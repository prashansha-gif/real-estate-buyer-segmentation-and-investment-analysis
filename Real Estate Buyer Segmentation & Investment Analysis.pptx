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8" r:id="rId5"/>
    <p:sldId id="310" r:id="rId6"/>
    <p:sldId id="324"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81F622-48B9-450C-8408-7F6E1EDA45CE}" v="23" dt="2026-06-08T07:45:56.1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HANSHA KUMARI" userId="2bfce514d807fa9a" providerId="LiveId" clId="{02E14152-867D-43F2-BEB4-19486F6A91E9}"/>
    <pc:docChg chg="undo custSel addSld delSld modSld">
      <pc:chgData name="PRASHANSHA KUMARI" userId="2bfce514d807fa9a" providerId="LiveId" clId="{02E14152-867D-43F2-BEB4-19486F6A91E9}" dt="2026-06-08T07:46:52.598" v="423" actId="20577"/>
      <pc:docMkLst>
        <pc:docMk/>
      </pc:docMkLst>
      <pc:sldChg chg="modSp mod">
        <pc:chgData name="PRASHANSHA KUMARI" userId="2bfce514d807fa9a" providerId="LiveId" clId="{02E14152-867D-43F2-BEB4-19486F6A91E9}" dt="2026-06-08T07:34:20.803" v="413"/>
        <pc:sldMkLst>
          <pc:docMk/>
          <pc:sldMk cId="3912747309" sldId="268"/>
        </pc:sldMkLst>
        <pc:spChg chg="mod">
          <ac:chgData name="PRASHANSHA KUMARI" userId="2bfce514d807fa9a" providerId="LiveId" clId="{02E14152-867D-43F2-BEB4-19486F6A91E9}" dt="2026-06-08T07:34:20.803" v="413"/>
          <ac:spMkLst>
            <pc:docMk/>
            <pc:sldMk cId="3912747309" sldId="268"/>
            <ac:spMk id="2" creationId="{4010AF38-26DF-48B3-952C-4A9091D6863C}"/>
          </ac:spMkLst>
        </pc:spChg>
      </pc:sldChg>
      <pc:sldChg chg="addSp modSp new mod">
        <pc:chgData name="PRASHANSHA KUMARI" userId="2bfce514d807fa9a" providerId="LiveId" clId="{02E14152-867D-43F2-BEB4-19486F6A91E9}" dt="2026-06-04T18:02:18.415" v="73" actId="1076"/>
        <pc:sldMkLst>
          <pc:docMk/>
          <pc:sldMk cId="1782617189" sldId="316"/>
        </pc:sldMkLst>
        <pc:spChg chg="add mod">
          <ac:chgData name="PRASHANSHA KUMARI" userId="2bfce514d807fa9a" providerId="LiveId" clId="{02E14152-867D-43F2-BEB4-19486F6A91E9}" dt="2026-06-04T18:01:09.546" v="65" actId="1076"/>
          <ac:spMkLst>
            <pc:docMk/>
            <pc:sldMk cId="1782617189" sldId="316"/>
            <ac:spMk id="2" creationId="{C25A8474-0C57-5D11-AB1F-23FFA74A6A8D}"/>
          </ac:spMkLst>
        </pc:spChg>
        <pc:spChg chg="add mod">
          <ac:chgData name="PRASHANSHA KUMARI" userId="2bfce514d807fa9a" providerId="LiveId" clId="{02E14152-867D-43F2-BEB4-19486F6A91E9}" dt="2026-06-04T18:02:18.415" v="73" actId="1076"/>
          <ac:spMkLst>
            <pc:docMk/>
            <pc:sldMk cId="1782617189" sldId="316"/>
            <ac:spMk id="3" creationId="{6F6AD08D-26D3-29B5-E5D8-C533520EA864}"/>
          </ac:spMkLst>
        </pc:spChg>
        <pc:picChg chg="add mod">
          <ac:chgData name="PRASHANSHA KUMARI" userId="2bfce514d807fa9a" providerId="LiveId" clId="{02E14152-867D-43F2-BEB4-19486F6A91E9}" dt="2026-06-04T18:02:05.851" v="72" actId="14100"/>
          <ac:picMkLst>
            <pc:docMk/>
            <pc:sldMk cId="1782617189" sldId="316"/>
            <ac:picMk id="4" creationId="{2F44EFE9-58A7-0AB8-3ADF-49B95FAC8B79}"/>
          </ac:picMkLst>
        </pc:picChg>
      </pc:sldChg>
      <pc:sldChg chg="addSp modSp new mod">
        <pc:chgData name="PRASHANSHA KUMARI" userId="2bfce514d807fa9a" providerId="LiveId" clId="{02E14152-867D-43F2-BEB4-19486F6A91E9}" dt="2026-06-04T18:03:19.587" v="82" actId="14100"/>
        <pc:sldMkLst>
          <pc:docMk/>
          <pc:sldMk cId="2954721289" sldId="317"/>
        </pc:sldMkLst>
        <pc:spChg chg="add mod">
          <ac:chgData name="PRASHANSHA KUMARI" userId="2bfce514d807fa9a" providerId="LiveId" clId="{02E14152-867D-43F2-BEB4-19486F6A91E9}" dt="2026-06-04T18:02:53.927" v="77"/>
          <ac:spMkLst>
            <pc:docMk/>
            <pc:sldMk cId="2954721289" sldId="317"/>
            <ac:spMk id="2" creationId="{311BE037-B6CD-CB53-ADEC-F2D2866799E7}"/>
          </ac:spMkLst>
        </pc:spChg>
        <pc:picChg chg="add mod">
          <ac:chgData name="PRASHANSHA KUMARI" userId="2bfce514d807fa9a" providerId="LiveId" clId="{02E14152-867D-43F2-BEB4-19486F6A91E9}" dt="2026-06-04T18:03:19.587" v="82" actId="14100"/>
          <ac:picMkLst>
            <pc:docMk/>
            <pc:sldMk cId="2954721289" sldId="317"/>
            <ac:picMk id="3" creationId="{A1FE7A32-333F-F78D-BD4C-8A48C978A7A1}"/>
          </ac:picMkLst>
        </pc:picChg>
      </pc:sldChg>
      <pc:sldChg chg="addSp modSp new mod">
        <pc:chgData name="PRASHANSHA KUMARI" userId="2bfce514d807fa9a" providerId="LiveId" clId="{02E14152-867D-43F2-BEB4-19486F6A91E9}" dt="2026-06-04T18:04:27.564" v="91" actId="14100"/>
        <pc:sldMkLst>
          <pc:docMk/>
          <pc:sldMk cId="1703344499" sldId="318"/>
        </pc:sldMkLst>
        <pc:spChg chg="add mod">
          <ac:chgData name="PRASHANSHA KUMARI" userId="2bfce514d807fa9a" providerId="LiveId" clId="{02E14152-867D-43F2-BEB4-19486F6A91E9}" dt="2026-06-04T18:04:03.219" v="86" actId="1076"/>
          <ac:spMkLst>
            <pc:docMk/>
            <pc:sldMk cId="1703344499" sldId="318"/>
            <ac:spMk id="2" creationId="{BCCA8953-1A31-09F8-0F4D-FB68BBCAA084}"/>
          </ac:spMkLst>
        </pc:spChg>
        <pc:picChg chg="add mod">
          <ac:chgData name="PRASHANSHA KUMARI" userId="2bfce514d807fa9a" providerId="LiveId" clId="{02E14152-867D-43F2-BEB4-19486F6A91E9}" dt="2026-06-04T18:04:27.564" v="91" actId="14100"/>
          <ac:picMkLst>
            <pc:docMk/>
            <pc:sldMk cId="1703344499" sldId="318"/>
            <ac:picMk id="3" creationId="{1EB3D6BE-B645-B0B0-7F9F-F29284D93BD3}"/>
          </ac:picMkLst>
        </pc:picChg>
      </pc:sldChg>
      <pc:sldChg chg="addSp modSp new mod">
        <pc:chgData name="PRASHANSHA KUMARI" userId="2bfce514d807fa9a" providerId="LiveId" clId="{02E14152-867D-43F2-BEB4-19486F6A91E9}" dt="2026-06-04T18:05:41.445" v="98" actId="14100"/>
        <pc:sldMkLst>
          <pc:docMk/>
          <pc:sldMk cId="2463680640" sldId="319"/>
        </pc:sldMkLst>
        <pc:spChg chg="add mod">
          <ac:chgData name="PRASHANSHA KUMARI" userId="2bfce514d807fa9a" providerId="LiveId" clId="{02E14152-867D-43F2-BEB4-19486F6A91E9}" dt="2026-06-04T18:05:20.676" v="95" actId="1076"/>
          <ac:spMkLst>
            <pc:docMk/>
            <pc:sldMk cId="2463680640" sldId="319"/>
            <ac:spMk id="2" creationId="{D6065570-1529-97CC-2785-ED953D37E1BE}"/>
          </ac:spMkLst>
        </pc:spChg>
        <pc:picChg chg="add mod">
          <ac:chgData name="PRASHANSHA KUMARI" userId="2bfce514d807fa9a" providerId="LiveId" clId="{02E14152-867D-43F2-BEB4-19486F6A91E9}" dt="2026-06-04T18:05:41.445" v="98" actId="14100"/>
          <ac:picMkLst>
            <pc:docMk/>
            <pc:sldMk cId="2463680640" sldId="319"/>
            <ac:picMk id="3" creationId="{551B5C93-A454-A3D6-750C-C4BA0FDC3DD0}"/>
          </ac:picMkLst>
        </pc:picChg>
      </pc:sldChg>
      <pc:sldChg chg="addSp delSp modSp new mod">
        <pc:chgData name="PRASHANSHA KUMARI" userId="2bfce514d807fa9a" providerId="LiveId" clId="{02E14152-867D-43F2-BEB4-19486F6A91E9}" dt="2026-06-04T18:39:55.501" v="301" actId="207"/>
        <pc:sldMkLst>
          <pc:docMk/>
          <pc:sldMk cId="682453106" sldId="320"/>
        </pc:sldMkLst>
        <pc:spChg chg="mod">
          <ac:chgData name="PRASHANSHA KUMARI" userId="2bfce514d807fa9a" providerId="LiveId" clId="{02E14152-867D-43F2-BEB4-19486F6A91E9}" dt="2026-06-04T18:20:20.314" v="141" actId="20577"/>
          <ac:spMkLst>
            <pc:docMk/>
            <pc:sldMk cId="682453106" sldId="320"/>
            <ac:spMk id="2" creationId="{0FDD8E85-4F22-3656-C495-5F8C767BA3C2}"/>
          </ac:spMkLst>
        </pc:spChg>
        <pc:spChg chg="add mod">
          <ac:chgData name="PRASHANSHA KUMARI" userId="2bfce514d807fa9a" providerId="LiveId" clId="{02E14152-867D-43F2-BEB4-19486F6A91E9}" dt="2026-06-04T18:39:55.501" v="301" actId="207"/>
          <ac:spMkLst>
            <pc:docMk/>
            <pc:sldMk cId="682453106" sldId="320"/>
            <ac:spMk id="16" creationId="{6E99D39C-ECB2-3142-08E0-8B75C3426589}"/>
          </ac:spMkLst>
        </pc:spChg>
        <pc:picChg chg="add mod ord">
          <ac:chgData name="PRASHANSHA KUMARI" userId="2bfce514d807fa9a" providerId="LiveId" clId="{02E14152-867D-43F2-BEB4-19486F6A91E9}" dt="2026-06-04T18:25:36.840" v="166" actId="1076"/>
          <ac:picMkLst>
            <pc:docMk/>
            <pc:sldMk cId="682453106" sldId="320"/>
            <ac:picMk id="9" creationId="{D91D8D12-1544-781E-553D-04709F0A938B}"/>
          </ac:picMkLst>
        </pc:picChg>
        <pc:picChg chg="add mod">
          <ac:chgData name="PRASHANSHA KUMARI" userId="2bfce514d807fa9a" providerId="LiveId" clId="{02E14152-867D-43F2-BEB4-19486F6A91E9}" dt="2026-06-04T18:25:35.309" v="165" actId="1076"/>
          <ac:picMkLst>
            <pc:docMk/>
            <pc:sldMk cId="682453106" sldId="320"/>
            <ac:picMk id="11" creationId="{BA1013A9-5EBC-1804-06B3-744629A97A61}"/>
          </ac:picMkLst>
        </pc:picChg>
        <pc:picChg chg="add mod">
          <ac:chgData name="PRASHANSHA KUMARI" userId="2bfce514d807fa9a" providerId="LiveId" clId="{02E14152-867D-43F2-BEB4-19486F6A91E9}" dt="2026-06-04T18:25:40.408" v="167" actId="1076"/>
          <ac:picMkLst>
            <pc:docMk/>
            <pc:sldMk cId="682453106" sldId="320"/>
            <ac:picMk id="13" creationId="{56B3E979-C31B-F0BA-DAA6-2D20E75727FA}"/>
          </ac:picMkLst>
        </pc:picChg>
        <pc:picChg chg="add mod">
          <ac:chgData name="PRASHANSHA KUMARI" userId="2bfce514d807fa9a" providerId="LiveId" clId="{02E14152-867D-43F2-BEB4-19486F6A91E9}" dt="2026-06-04T18:25:33.577" v="164" actId="14100"/>
          <ac:picMkLst>
            <pc:docMk/>
            <pc:sldMk cId="682453106" sldId="320"/>
            <ac:picMk id="15" creationId="{7BF90261-FBB1-66BC-3E41-072214D15596}"/>
          </ac:picMkLst>
        </pc:picChg>
      </pc:sldChg>
      <pc:sldChg chg="addSp delSp modSp new mod">
        <pc:chgData name="PRASHANSHA KUMARI" userId="2bfce514d807fa9a" providerId="LiveId" clId="{02E14152-867D-43F2-BEB4-19486F6A91E9}" dt="2026-06-04T18:40:49.092" v="304" actId="207"/>
        <pc:sldMkLst>
          <pc:docMk/>
          <pc:sldMk cId="748195842" sldId="321"/>
        </pc:sldMkLst>
        <pc:spChg chg="add mod">
          <ac:chgData name="PRASHANSHA KUMARI" userId="2bfce514d807fa9a" providerId="LiveId" clId="{02E14152-867D-43F2-BEB4-19486F6A91E9}" dt="2026-06-04T18:40:10.458" v="302" actId="207"/>
          <ac:spMkLst>
            <pc:docMk/>
            <pc:sldMk cId="748195842" sldId="321"/>
            <ac:spMk id="2" creationId="{D207B4C5-D283-B835-BF05-4AEA327DF8AA}"/>
          </ac:spMkLst>
        </pc:spChg>
        <pc:spChg chg="add mod">
          <ac:chgData name="PRASHANSHA KUMARI" userId="2bfce514d807fa9a" providerId="LiveId" clId="{02E14152-867D-43F2-BEB4-19486F6A91E9}" dt="2026-06-04T18:40:40.229" v="303" actId="207"/>
          <ac:spMkLst>
            <pc:docMk/>
            <pc:sldMk cId="748195842" sldId="321"/>
            <ac:spMk id="4" creationId="{FC8B0D2A-632E-746B-101A-29F120AC8B9F}"/>
          </ac:spMkLst>
        </pc:spChg>
        <pc:spChg chg="add mod">
          <ac:chgData name="PRASHANSHA KUMARI" userId="2bfce514d807fa9a" providerId="LiveId" clId="{02E14152-867D-43F2-BEB4-19486F6A91E9}" dt="2026-06-04T18:34:17.748" v="270" actId="113"/>
          <ac:spMkLst>
            <pc:docMk/>
            <pc:sldMk cId="748195842" sldId="321"/>
            <ac:spMk id="6" creationId="{50A831D8-C2F4-A573-C6EF-3B4C5A6F0BDF}"/>
          </ac:spMkLst>
        </pc:spChg>
        <pc:spChg chg="add mod">
          <ac:chgData name="PRASHANSHA KUMARI" userId="2bfce514d807fa9a" providerId="LiveId" clId="{02E14152-867D-43F2-BEB4-19486F6A91E9}" dt="2026-06-04T18:40:49.092" v="304" actId="207"/>
          <ac:spMkLst>
            <pc:docMk/>
            <pc:sldMk cId="748195842" sldId="321"/>
            <ac:spMk id="8" creationId="{7C463BD6-F2D7-D686-F725-DA9A7E3AFAD2}"/>
          </ac:spMkLst>
        </pc:spChg>
        <pc:spChg chg="add mod">
          <ac:chgData name="PRASHANSHA KUMARI" userId="2bfce514d807fa9a" providerId="LiveId" clId="{02E14152-867D-43F2-BEB4-19486F6A91E9}" dt="2026-06-04T18:37:46.680" v="287" actId="1076"/>
          <ac:spMkLst>
            <pc:docMk/>
            <pc:sldMk cId="748195842" sldId="321"/>
            <ac:spMk id="10" creationId="{E5DADC3C-E2F5-EDB1-DB2B-0F220DBE5455}"/>
          </ac:spMkLst>
        </pc:spChg>
      </pc:sldChg>
      <pc:sldChg chg="addSp delSp modSp new mod">
        <pc:chgData name="PRASHANSHA KUMARI" userId="2bfce514d807fa9a" providerId="LiveId" clId="{02E14152-867D-43F2-BEB4-19486F6A91E9}" dt="2026-06-04T18:46:51.467" v="350" actId="1076"/>
        <pc:sldMkLst>
          <pc:docMk/>
          <pc:sldMk cId="2735359927" sldId="322"/>
        </pc:sldMkLst>
        <pc:spChg chg="mod">
          <ac:chgData name="PRASHANSHA KUMARI" userId="2bfce514d807fa9a" providerId="LiveId" clId="{02E14152-867D-43F2-BEB4-19486F6A91E9}" dt="2026-06-04T18:43:23.948" v="326" actId="20577"/>
          <ac:spMkLst>
            <pc:docMk/>
            <pc:sldMk cId="2735359927" sldId="322"/>
            <ac:spMk id="2" creationId="{388220C7-B192-A674-C247-BFEE89256B07}"/>
          </ac:spMkLst>
        </pc:spChg>
        <pc:picChg chg="add mod ord">
          <ac:chgData name="PRASHANSHA KUMARI" userId="2bfce514d807fa9a" providerId="LiveId" clId="{02E14152-867D-43F2-BEB4-19486F6A91E9}" dt="2026-06-04T18:46:16.219" v="344" actId="14100"/>
          <ac:picMkLst>
            <pc:docMk/>
            <pc:sldMk cId="2735359927" sldId="322"/>
            <ac:picMk id="5" creationId="{CE3C4B74-5110-A455-21C9-26830D376309}"/>
          </ac:picMkLst>
        </pc:picChg>
        <pc:picChg chg="add mod">
          <ac:chgData name="PRASHANSHA KUMARI" userId="2bfce514d807fa9a" providerId="LiveId" clId="{02E14152-867D-43F2-BEB4-19486F6A91E9}" dt="2026-06-04T18:46:20.115" v="345" actId="14100"/>
          <ac:picMkLst>
            <pc:docMk/>
            <pc:sldMk cId="2735359927" sldId="322"/>
            <ac:picMk id="7" creationId="{BC0BD383-E627-9DAD-B38A-18C86A15DD36}"/>
          </ac:picMkLst>
        </pc:picChg>
        <pc:picChg chg="add mod">
          <ac:chgData name="PRASHANSHA KUMARI" userId="2bfce514d807fa9a" providerId="LiveId" clId="{02E14152-867D-43F2-BEB4-19486F6A91E9}" dt="2026-06-04T18:46:23.923" v="346" actId="14100"/>
          <ac:picMkLst>
            <pc:docMk/>
            <pc:sldMk cId="2735359927" sldId="322"/>
            <ac:picMk id="9" creationId="{1C625A53-D602-9C1E-45BD-4D8860203241}"/>
          </ac:picMkLst>
        </pc:picChg>
        <pc:picChg chg="add mod">
          <ac:chgData name="PRASHANSHA KUMARI" userId="2bfce514d807fa9a" providerId="LiveId" clId="{02E14152-867D-43F2-BEB4-19486F6A91E9}" dt="2026-06-04T18:46:47.460" v="349" actId="1076"/>
          <ac:picMkLst>
            <pc:docMk/>
            <pc:sldMk cId="2735359927" sldId="322"/>
            <ac:picMk id="11" creationId="{C149D226-B572-C139-53CA-A4DAFED437E6}"/>
          </ac:picMkLst>
        </pc:picChg>
        <pc:picChg chg="add mod">
          <ac:chgData name="PRASHANSHA KUMARI" userId="2bfce514d807fa9a" providerId="LiveId" clId="{02E14152-867D-43F2-BEB4-19486F6A91E9}" dt="2026-06-04T18:46:51.467" v="350" actId="1076"/>
          <ac:picMkLst>
            <pc:docMk/>
            <pc:sldMk cId="2735359927" sldId="322"/>
            <ac:picMk id="13" creationId="{67CDFE6F-8525-7140-49F0-8303AD27010C}"/>
          </ac:picMkLst>
        </pc:picChg>
      </pc:sldChg>
      <pc:sldChg chg="modSp new mod">
        <pc:chgData name="PRASHANSHA KUMARI" userId="2bfce514d807fa9a" providerId="LiveId" clId="{02E14152-867D-43F2-BEB4-19486F6A91E9}" dt="2026-06-04T18:48:14.267" v="367" actId="123"/>
        <pc:sldMkLst>
          <pc:docMk/>
          <pc:sldMk cId="922845704" sldId="323"/>
        </pc:sldMkLst>
        <pc:spChg chg="mod">
          <ac:chgData name="PRASHANSHA KUMARI" userId="2bfce514d807fa9a" providerId="LiveId" clId="{02E14152-867D-43F2-BEB4-19486F6A91E9}" dt="2026-06-04T18:47:36.699" v="365" actId="20577"/>
          <ac:spMkLst>
            <pc:docMk/>
            <pc:sldMk cId="922845704" sldId="323"/>
            <ac:spMk id="2" creationId="{C45719E9-CE1C-5D03-E372-4528B88B51E9}"/>
          </ac:spMkLst>
        </pc:spChg>
        <pc:spChg chg="mod">
          <ac:chgData name="PRASHANSHA KUMARI" userId="2bfce514d807fa9a" providerId="LiveId" clId="{02E14152-867D-43F2-BEB4-19486F6A91E9}" dt="2026-06-04T18:48:14.267" v="367" actId="123"/>
          <ac:spMkLst>
            <pc:docMk/>
            <pc:sldMk cId="922845704" sldId="323"/>
            <ac:spMk id="3" creationId="{4A2B183F-79BD-DDA1-6B8B-010A66933B52}"/>
          </ac:spMkLst>
        </pc:spChg>
      </pc:sldChg>
      <pc:sldChg chg="addSp delSp modSp new mod">
        <pc:chgData name="PRASHANSHA KUMARI" userId="2bfce514d807fa9a" providerId="LiveId" clId="{02E14152-867D-43F2-BEB4-19486F6A91E9}" dt="2026-06-08T07:46:52.598" v="423" actId="20577"/>
        <pc:sldMkLst>
          <pc:docMk/>
          <pc:sldMk cId="1250898478" sldId="324"/>
        </pc:sldMkLst>
        <pc:spChg chg="mod">
          <ac:chgData name="PRASHANSHA KUMARI" userId="2bfce514d807fa9a" providerId="LiveId" clId="{02E14152-867D-43F2-BEB4-19486F6A91E9}" dt="2026-06-08T07:29:24.211" v="391" actId="20577"/>
          <ac:spMkLst>
            <pc:docMk/>
            <pc:sldMk cId="1250898478" sldId="324"/>
            <ac:spMk id="2" creationId="{331B4FF2-66D4-B4A1-E20F-CB0EA647C2E4}"/>
          </ac:spMkLst>
        </pc:spChg>
        <pc:spChg chg="del">
          <ac:chgData name="PRASHANSHA KUMARI" userId="2bfce514d807fa9a" providerId="LiveId" clId="{02E14152-867D-43F2-BEB4-19486F6A91E9}" dt="2026-06-08T07:29:45.913" v="392" actId="931"/>
          <ac:spMkLst>
            <pc:docMk/>
            <pc:sldMk cId="1250898478" sldId="324"/>
            <ac:spMk id="3" creationId="{FCAB633D-4BCF-E8FA-21D7-3BCD1D47505B}"/>
          </ac:spMkLst>
        </pc:spChg>
        <pc:spChg chg="add mod">
          <ac:chgData name="PRASHANSHA KUMARI" userId="2bfce514d807fa9a" providerId="LiveId" clId="{02E14152-867D-43F2-BEB4-19486F6A91E9}" dt="2026-06-08T07:46:52.598" v="423" actId="20577"/>
          <ac:spMkLst>
            <pc:docMk/>
            <pc:sldMk cId="1250898478" sldId="324"/>
            <ac:spMk id="4" creationId="{1EEDCDAE-F2B8-1D2E-F365-DDB4BFB9D7D6}"/>
          </ac:spMkLst>
        </pc:spChg>
        <pc:picChg chg="add del mod ord">
          <ac:chgData name="PRASHANSHA KUMARI" userId="2bfce514d807fa9a" providerId="LiveId" clId="{02E14152-867D-43F2-BEB4-19486F6A91E9}" dt="2026-06-08T07:45:10.115" v="414" actId="21"/>
          <ac:picMkLst>
            <pc:docMk/>
            <pc:sldMk cId="1250898478" sldId="324"/>
            <ac:picMk id="5" creationId="{EC359FA1-015F-F97E-FDCC-980B32B0B50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F315D6-C363-4A6C-9295-03515368FBAF}"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IN"/>
        </a:p>
      </dgm:t>
    </dgm:pt>
    <dgm:pt modelId="{49891E6B-3653-49D7-9F20-0B35C042AD09}">
      <dgm:prSet phldrT="[Text]"/>
      <dgm:spPr/>
      <dgm:t>
        <a:bodyPr/>
        <a:lstStyle/>
        <a:p>
          <a:pPr>
            <a:buNone/>
          </a:pPr>
          <a:r>
            <a:rPr lang="en-US" dirty="0">
              <a:solidFill>
                <a:srgbClr val="15213F"/>
              </a:solidFill>
              <a:latin typeface="Roboto Slab" pitchFamily="34" charset="0"/>
              <a:ea typeface="Roboto Slab" pitchFamily="34" charset="-122"/>
              <a:cs typeface="Roboto Slab" pitchFamily="34" charset="-120"/>
            </a:rPr>
            <a:t>1.First-Time Buyers</a:t>
          </a:r>
          <a:endParaRPr lang="en-IN" dirty="0"/>
        </a:p>
      </dgm:t>
    </dgm:pt>
    <dgm:pt modelId="{D91FC4AA-2815-4B14-9D02-5B97AF1906C5}" type="parTrans" cxnId="{64ACDA7C-E9B7-421D-8329-949246A2B47D}">
      <dgm:prSet/>
      <dgm:spPr/>
      <dgm:t>
        <a:bodyPr/>
        <a:lstStyle/>
        <a:p>
          <a:endParaRPr lang="en-IN"/>
        </a:p>
      </dgm:t>
    </dgm:pt>
    <dgm:pt modelId="{33130546-D09F-46D1-A254-795E3CA7D180}" type="sibTrans" cxnId="{64ACDA7C-E9B7-421D-8329-949246A2B47D}">
      <dgm:prSet/>
      <dgm:spPr/>
      <dgm:t>
        <a:bodyPr/>
        <a:lstStyle/>
        <a:p>
          <a:endParaRPr lang="en-IN"/>
        </a:p>
      </dgm:t>
    </dgm:pt>
    <dgm:pt modelId="{7128A1D4-C603-47FE-B684-700AA9FAE9F2}">
      <dgm:prSet phldrT="[Text]"/>
      <dgm:spPr/>
      <dgm:t>
        <a:bodyPr/>
        <a:lstStyle/>
        <a:p>
          <a:pPr>
            <a:buNone/>
          </a:pPr>
          <a:r>
            <a:rPr lang="en-US" dirty="0">
              <a:solidFill>
                <a:srgbClr val="15213F"/>
              </a:solidFill>
              <a:latin typeface="Roboto Slab" pitchFamily="34" charset="0"/>
              <a:ea typeface="Roboto Slab" pitchFamily="34" charset="-122"/>
              <a:cs typeface="Roboto Slab" pitchFamily="34" charset="-120"/>
            </a:rPr>
            <a:t>2.Corporate Buyers</a:t>
          </a:r>
          <a:endParaRPr lang="en-IN" dirty="0"/>
        </a:p>
      </dgm:t>
    </dgm:pt>
    <dgm:pt modelId="{DC6EC226-68FB-4F02-8569-8DC780F91F37}" type="parTrans" cxnId="{8A56A091-92C3-4739-B4F9-09903AA0DDAE}">
      <dgm:prSet/>
      <dgm:spPr/>
      <dgm:t>
        <a:bodyPr/>
        <a:lstStyle/>
        <a:p>
          <a:endParaRPr lang="en-IN"/>
        </a:p>
      </dgm:t>
    </dgm:pt>
    <dgm:pt modelId="{BA58E6CC-2E01-4E03-AD18-E8407D025349}" type="sibTrans" cxnId="{8A56A091-92C3-4739-B4F9-09903AA0DDAE}">
      <dgm:prSet/>
      <dgm:spPr/>
      <dgm:t>
        <a:bodyPr/>
        <a:lstStyle/>
        <a:p>
          <a:endParaRPr lang="en-IN"/>
        </a:p>
      </dgm:t>
    </dgm:pt>
    <dgm:pt modelId="{E478FAE7-1A23-4DFA-BC98-3880740CAE32}">
      <dgm:prSet phldrT="[Text]"/>
      <dgm:spPr/>
      <dgm:t>
        <a:bodyPr/>
        <a:lstStyle/>
        <a:p>
          <a:pPr>
            <a:buNone/>
          </a:pPr>
          <a:r>
            <a:rPr lang="en-US" dirty="0">
              <a:solidFill>
                <a:srgbClr val="15213F"/>
              </a:solidFill>
              <a:latin typeface="Roboto Slab" pitchFamily="34" charset="0"/>
              <a:ea typeface="Roboto Slab" pitchFamily="34" charset="-122"/>
              <a:cs typeface="Roboto Slab" pitchFamily="34" charset="-120"/>
            </a:rPr>
            <a:t>3.Luxury Investors</a:t>
          </a:r>
          <a:endParaRPr lang="en-IN" dirty="0"/>
        </a:p>
      </dgm:t>
    </dgm:pt>
    <dgm:pt modelId="{396D5363-DBA6-41D5-9E79-75827418928C}" type="parTrans" cxnId="{702CE6C7-FDCE-4A73-ABD4-54F0D1240B65}">
      <dgm:prSet/>
      <dgm:spPr/>
      <dgm:t>
        <a:bodyPr/>
        <a:lstStyle/>
        <a:p>
          <a:endParaRPr lang="en-IN"/>
        </a:p>
      </dgm:t>
    </dgm:pt>
    <dgm:pt modelId="{91DBC49D-5BA5-470B-A891-1642F9B69163}" type="sibTrans" cxnId="{702CE6C7-FDCE-4A73-ABD4-54F0D1240B65}">
      <dgm:prSet/>
      <dgm:spPr/>
      <dgm:t>
        <a:bodyPr/>
        <a:lstStyle/>
        <a:p>
          <a:endParaRPr lang="en-IN"/>
        </a:p>
      </dgm:t>
    </dgm:pt>
    <dgm:pt modelId="{D81A1CE5-83E7-49BD-8F5F-A9EAF6A6E551}">
      <dgm:prSet phldrT="[Text]"/>
      <dgm:spPr/>
      <dgm:t>
        <a:bodyPr/>
        <a:lstStyle/>
        <a:p>
          <a:pPr>
            <a:buNone/>
          </a:pPr>
          <a:r>
            <a:rPr lang="en-US" dirty="0">
              <a:solidFill>
                <a:srgbClr val="15213F"/>
              </a:solidFill>
              <a:latin typeface="Roboto Slab" pitchFamily="34" charset="0"/>
              <a:ea typeface="Roboto Slab" pitchFamily="34" charset="-122"/>
              <a:cs typeface="Roboto Slab" pitchFamily="34" charset="-120"/>
            </a:rPr>
            <a:t>4.Global Investors</a:t>
          </a:r>
          <a:endParaRPr lang="en-IN" dirty="0"/>
        </a:p>
      </dgm:t>
    </dgm:pt>
    <dgm:pt modelId="{9ED82D97-89C5-4C34-BA06-A3747E88F8CE}" type="parTrans" cxnId="{C45451C3-9B3C-4474-BD1B-376BB749636B}">
      <dgm:prSet/>
      <dgm:spPr/>
      <dgm:t>
        <a:bodyPr/>
        <a:lstStyle/>
        <a:p>
          <a:endParaRPr lang="en-IN"/>
        </a:p>
      </dgm:t>
    </dgm:pt>
    <dgm:pt modelId="{3792F03D-091E-45CB-900E-4503F4C3FBA8}" type="sibTrans" cxnId="{C45451C3-9B3C-4474-BD1B-376BB749636B}">
      <dgm:prSet/>
      <dgm:spPr/>
      <dgm:t>
        <a:bodyPr/>
        <a:lstStyle/>
        <a:p>
          <a:endParaRPr lang="en-IN"/>
        </a:p>
      </dgm:t>
    </dgm:pt>
    <dgm:pt modelId="{2E1BB0EB-0BD6-44CA-9E06-6978D246E01C}" type="pres">
      <dgm:prSet presAssocID="{09F315D6-C363-4A6C-9295-03515368FBAF}" presName="matrix" presStyleCnt="0">
        <dgm:presLayoutVars>
          <dgm:chMax val="1"/>
          <dgm:dir/>
          <dgm:resizeHandles val="exact"/>
        </dgm:presLayoutVars>
      </dgm:prSet>
      <dgm:spPr/>
    </dgm:pt>
    <dgm:pt modelId="{75A4219E-52EA-40B0-A316-E1F2C2313D34}" type="pres">
      <dgm:prSet presAssocID="{09F315D6-C363-4A6C-9295-03515368FBAF}" presName="diamond" presStyleLbl="bgShp" presStyleIdx="0" presStyleCnt="1"/>
      <dgm:spPr/>
    </dgm:pt>
    <dgm:pt modelId="{0D6157C6-835D-4A1D-8462-187CB8ACB823}" type="pres">
      <dgm:prSet presAssocID="{09F315D6-C363-4A6C-9295-03515368FBAF}" presName="quad1" presStyleLbl="node1" presStyleIdx="0" presStyleCnt="4">
        <dgm:presLayoutVars>
          <dgm:chMax val="0"/>
          <dgm:chPref val="0"/>
          <dgm:bulletEnabled val="1"/>
        </dgm:presLayoutVars>
      </dgm:prSet>
      <dgm:spPr/>
    </dgm:pt>
    <dgm:pt modelId="{404FB908-96DB-46FE-A2FD-6680608224C9}" type="pres">
      <dgm:prSet presAssocID="{09F315D6-C363-4A6C-9295-03515368FBAF}" presName="quad2" presStyleLbl="node1" presStyleIdx="1" presStyleCnt="4">
        <dgm:presLayoutVars>
          <dgm:chMax val="0"/>
          <dgm:chPref val="0"/>
          <dgm:bulletEnabled val="1"/>
        </dgm:presLayoutVars>
      </dgm:prSet>
      <dgm:spPr/>
    </dgm:pt>
    <dgm:pt modelId="{C0588321-4484-475B-9B7A-0FB832DBA52B}" type="pres">
      <dgm:prSet presAssocID="{09F315D6-C363-4A6C-9295-03515368FBAF}" presName="quad3" presStyleLbl="node1" presStyleIdx="2" presStyleCnt="4">
        <dgm:presLayoutVars>
          <dgm:chMax val="0"/>
          <dgm:chPref val="0"/>
          <dgm:bulletEnabled val="1"/>
        </dgm:presLayoutVars>
      </dgm:prSet>
      <dgm:spPr/>
    </dgm:pt>
    <dgm:pt modelId="{836DE774-F8B4-4EF3-B629-A0E541848EC5}" type="pres">
      <dgm:prSet presAssocID="{09F315D6-C363-4A6C-9295-03515368FBAF}" presName="quad4" presStyleLbl="node1" presStyleIdx="3" presStyleCnt="4">
        <dgm:presLayoutVars>
          <dgm:chMax val="0"/>
          <dgm:chPref val="0"/>
          <dgm:bulletEnabled val="1"/>
        </dgm:presLayoutVars>
      </dgm:prSet>
      <dgm:spPr/>
    </dgm:pt>
  </dgm:ptLst>
  <dgm:cxnLst>
    <dgm:cxn modelId="{0AC6AD0F-6C63-415A-A443-07AAC0B415FD}" type="presOf" srcId="{49891E6B-3653-49D7-9F20-0B35C042AD09}" destId="{0D6157C6-835D-4A1D-8462-187CB8ACB823}" srcOrd="0" destOrd="0" presId="urn:microsoft.com/office/officeart/2005/8/layout/matrix3"/>
    <dgm:cxn modelId="{0DBB8D5B-7745-4DA8-92C2-C9C91E29787D}" type="presOf" srcId="{D81A1CE5-83E7-49BD-8F5F-A9EAF6A6E551}" destId="{836DE774-F8B4-4EF3-B629-A0E541848EC5}" srcOrd="0" destOrd="0" presId="urn:microsoft.com/office/officeart/2005/8/layout/matrix3"/>
    <dgm:cxn modelId="{64ACDA7C-E9B7-421D-8329-949246A2B47D}" srcId="{09F315D6-C363-4A6C-9295-03515368FBAF}" destId="{49891E6B-3653-49D7-9F20-0B35C042AD09}" srcOrd="0" destOrd="0" parTransId="{D91FC4AA-2815-4B14-9D02-5B97AF1906C5}" sibTransId="{33130546-D09F-46D1-A254-795E3CA7D180}"/>
    <dgm:cxn modelId="{C636DE82-8FD7-49A2-A691-2357D434C36C}" type="presOf" srcId="{E478FAE7-1A23-4DFA-BC98-3880740CAE32}" destId="{C0588321-4484-475B-9B7A-0FB832DBA52B}" srcOrd="0" destOrd="0" presId="urn:microsoft.com/office/officeart/2005/8/layout/matrix3"/>
    <dgm:cxn modelId="{8A56A091-92C3-4739-B4F9-09903AA0DDAE}" srcId="{09F315D6-C363-4A6C-9295-03515368FBAF}" destId="{7128A1D4-C603-47FE-B684-700AA9FAE9F2}" srcOrd="1" destOrd="0" parTransId="{DC6EC226-68FB-4F02-8569-8DC780F91F37}" sibTransId="{BA58E6CC-2E01-4E03-AD18-E8407D025349}"/>
    <dgm:cxn modelId="{77CAA7B8-4122-4EDC-B9C9-E298B4FD571D}" type="presOf" srcId="{7128A1D4-C603-47FE-B684-700AA9FAE9F2}" destId="{404FB908-96DB-46FE-A2FD-6680608224C9}" srcOrd="0" destOrd="0" presId="urn:microsoft.com/office/officeart/2005/8/layout/matrix3"/>
    <dgm:cxn modelId="{C45451C3-9B3C-4474-BD1B-376BB749636B}" srcId="{09F315D6-C363-4A6C-9295-03515368FBAF}" destId="{D81A1CE5-83E7-49BD-8F5F-A9EAF6A6E551}" srcOrd="3" destOrd="0" parTransId="{9ED82D97-89C5-4C34-BA06-A3747E88F8CE}" sibTransId="{3792F03D-091E-45CB-900E-4503F4C3FBA8}"/>
    <dgm:cxn modelId="{702CE6C7-FDCE-4A73-ABD4-54F0D1240B65}" srcId="{09F315D6-C363-4A6C-9295-03515368FBAF}" destId="{E478FAE7-1A23-4DFA-BC98-3880740CAE32}" srcOrd="2" destOrd="0" parTransId="{396D5363-DBA6-41D5-9E79-75827418928C}" sibTransId="{91DBC49D-5BA5-470B-A891-1642F9B69163}"/>
    <dgm:cxn modelId="{26209BCC-EA58-405B-9748-D64BE7B8AB69}" type="presOf" srcId="{09F315D6-C363-4A6C-9295-03515368FBAF}" destId="{2E1BB0EB-0BD6-44CA-9E06-6978D246E01C}" srcOrd="0" destOrd="0" presId="urn:microsoft.com/office/officeart/2005/8/layout/matrix3"/>
    <dgm:cxn modelId="{FF73D44D-4803-415B-B47D-3B30FE16D9B0}" type="presParOf" srcId="{2E1BB0EB-0BD6-44CA-9E06-6978D246E01C}" destId="{75A4219E-52EA-40B0-A316-E1F2C2313D34}" srcOrd="0" destOrd="0" presId="urn:microsoft.com/office/officeart/2005/8/layout/matrix3"/>
    <dgm:cxn modelId="{BBCC8E47-3AEC-48D7-9DF6-FF2B11E725E2}" type="presParOf" srcId="{2E1BB0EB-0BD6-44CA-9E06-6978D246E01C}" destId="{0D6157C6-835D-4A1D-8462-187CB8ACB823}" srcOrd="1" destOrd="0" presId="urn:microsoft.com/office/officeart/2005/8/layout/matrix3"/>
    <dgm:cxn modelId="{D5C5EE21-24C9-4CB9-BC98-8314523F050A}" type="presParOf" srcId="{2E1BB0EB-0BD6-44CA-9E06-6978D246E01C}" destId="{404FB908-96DB-46FE-A2FD-6680608224C9}" srcOrd="2" destOrd="0" presId="urn:microsoft.com/office/officeart/2005/8/layout/matrix3"/>
    <dgm:cxn modelId="{8CF521E6-88AC-4895-AF84-79AACA1ECC15}" type="presParOf" srcId="{2E1BB0EB-0BD6-44CA-9E06-6978D246E01C}" destId="{C0588321-4484-475B-9B7A-0FB832DBA52B}" srcOrd="3" destOrd="0" presId="urn:microsoft.com/office/officeart/2005/8/layout/matrix3"/>
    <dgm:cxn modelId="{2942735F-B81A-47FE-A599-07CA281FEA4C}" type="presParOf" srcId="{2E1BB0EB-0BD6-44CA-9E06-6978D246E01C}" destId="{836DE774-F8B4-4EF3-B629-A0E541848EC5}"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A4219E-52EA-40B0-A316-E1F2C2313D34}">
      <dsp:nvSpPr>
        <dsp:cNvPr id="0" name=""/>
        <dsp:cNvSpPr/>
      </dsp:nvSpPr>
      <dsp:spPr>
        <a:xfrm>
          <a:off x="1730614" y="0"/>
          <a:ext cx="4230875" cy="423087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6157C6-835D-4A1D-8462-187CB8ACB823}">
      <dsp:nvSpPr>
        <dsp:cNvPr id="0" name=""/>
        <dsp:cNvSpPr/>
      </dsp:nvSpPr>
      <dsp:spPr>
        <a:xfrm>
          <a:off x="2132547" y="401933"/>
          <a:ext cx="1650041" cy="165004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15213F"/>
              </a:solidFill>
              <a:latin typeface="Roboto Slab" pitchFamily="34" charset="0"/>
              <a:ea typeface="Roboto Slab" pitchFamily="34" charset="-122"/>
              <a:cs typeface="Roboto Slab" pitchFamily="34" charset="-120"/>
            </a:rPr>
            <a:t>1.First-Time Buyers</a:t>
          </a:r>
          <a:endParaRPr lang="en-IN" sz="1900" kern="1200" dirty="0"/>
        </a:p>
      </dsp:txBody>
      <dsp:txXfrm>
        <a:off x="2213095" y="482481"/>
        <a:ext cx="1488945" cy="1488945"/>
      </dsp:txXfrm>
    </dsp:sp>
    <dsp:sp modelId="{404FB908-96DB-46FE-A2FD-6680608224C9}">
      <dsp:nvSpPr>
        <dsp:cNvPr id="0" name=""/>
        <dsp:cNvSpPr/>
      </dsp:nvSpPr>
      <dsp:spPr>
        <a:xfrm>
          <a:off x="3909514" y="401933"/>
          <a:ext cx="1650041" cy="165004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15213F"/>
              </a:solidFill>
              <a:latin typeface="Roboto Slab" pitchFamily="34" charset="0"/>
              <a:ea typeface="Roboto Slab" pitchFamily="34" charset="-122"/>
              <a:cs typeface="Roboto Slab" pitchFamily="34" charset="-120"/>
            </a:rPr>
            <a:t>2.Corporate Buyers</a:t>
          </a:r>
          <a:endParaRPr lang="en-IN" sz="1900" kern="1200" dirty="0"/>
        </a:p>
      </dsp:txBody>
      <dsp:txXfrm>
        <a:off x="3990062" y="482481"/>
        <a:ext cx="1488945" cy="1488945"/>
      </dsp:txXfrm>
    </dsp:sp>
    <dsp:sp modelId="{C0588321-4484-475B-9B7A-0FB832DBA52B}">
      <dsp:nvSpPr>
        <dsp:cNvPr id="0" name=""/>
        <dsp:cNvSpPr/>
      </dsp:nvSpPr>
      <dsp:spPr>
        <a:xfrm>
          <a:off x="2132547" y="2178900"/>
          <a:ext cx="1650041" cy="165004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15213F"/>
              </a:solidFill>
              <a:latin typeface="Roboto Slab" pitchFamily="34" charset="0"/>
              <a:ea typeface="Roboto Slab" pitchFamily="34" charset="-122"/>
              <a:cs typeface="Roboto Slab" pitchFamily="34" charset="-120"/>
            </a:rPr>
            <a:t>3.Luxury Investors</a:t>
          </a:r>
          <a:endParaRPr lang="en-IN" sz="1900" kern="1200" dirty="0"/>
        </a:p>
      </dsp:txBody>
      <dsp:txXfrm>
        <a:off x="2213095" y="2259448"/>
        <a:ext cx="1488945" cy="1488945"/>
      </dsp:txXfrm>
    </dsp:sp>
    <dsp:sp modelId="{836DE774-F8B4-4EF3-B629-A0E541848EC5}">
      <dsp:nvSpPr>
        <dsp:cNvPr id="0" name=""/>
        <dsp:cNvSpPr/>
      </dsp:nvSpPr>
      <dsp:spPr>
        <a:xfrm>
          <a:off x="3909514" y="2178900"/>
          <a:ext cx="1650041" cy="165004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15213F"/>
              </a:solidFill>
              <a:latin typeface="Roboto Slab" pitchFamily="34" charset="0"/>
              <a:ea typeface="Roboto Slab" pitchFamily="34" charset="-122"/>
              <a:cs typeface="Roboto Slab" pitchFamily="34" charset="-120"/>
            </a:rPr>
            <a:t>4.Global Investors</a:t>
          </a:r>
          <a:endParaRPr lang="en-IN" sz="1900" kern="1200" dirty="0"/>
        </a:p>
      </dsp:txBody>
      <dsp:txXfrm>
        <a:off x="3990062" y="2259448"/>
        <a:ext cx="1488945" cy="1488945"/>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6/8/2026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6/8/2026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6/8/2026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6/8/2026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6/8/2026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6/8/2026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6/8/2026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6/8/2026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6/8/2026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6/8/2026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48929" y="-173812"/>
            <a:ext cx="6253317" cy="5679877"/>
          </a:xfrm>
        </p:spPr>
        <p:txBody>
          <a:bodyPr>
            <a:noAutofit/>
          </a:bodyPr>
          <a:lstStyle/>
          <a:p>
            <a:br>
              <a:rPr lang="en-IN" sz="4000" b="1" dirty="0"/>
            </a:br>
            <a:br>
              <a:rPr lang="en-IN" sz="4000" b="1" dirty="0"/>
            </a:br>
            <a:r>
              <a:rPr lang="en-IN" sz="4000" b="1" dirty="0">
                <a:effectLst>
                  <a:outerShdw blurRad="38100" dist="38100" dir="2700000" algn="tl">
                    <a:srgbClr val="000000">
                      <a:alpha val="43137"/>
                    </a:srgbClr>
                  </a:outerShdw>
                </a:effectLst>
              </a:rPr>
              <a:t>Machine learning based Buyer Segmentation and Investment Profiling for Real Estate Market Intelligence</a:t>
            </a:r>
            <a:br>
              <a:rPr lang="en-IN" sz="4000" b="1" dirty="0"/>
            </a:br>
            <a:br>
              <a:rPr lang="en-US" sz="4000" b="1" dirty="0">
                <a:solidFill>
                  <a:schemeClr val="tx1">
                    <a:lumMod val="95000"/>
                    <a:lumOff val="5000"/>
                  </a:schemeClr>
                </a:solidFill>
                <a:effectLst>
                  <a:outerShdw blurRad="38100" dist="38100" dir="2700000" algn="tl">
                    <a:srgbClr val="000000">
                      <a:alpha val="43137"/>
                    </a:srgbClr>
                  </a:outerShdw>
                </a:effectLst>
              </a:rPr>
            </a:br>
            <a:endParaRPr lang="en-US" sz="4000" b="1" dirty="0">
              <a:solidFill>
                <a:schemeClr val="tx1">
                  <a:lumMod val="95000"/>
                  <a:lumOff val="5000"/>
                </a:schemeClr>
              </a:solidFill>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32899" y="4672739"/>
            <a:ext cx="6269347" cy="1021498"/>
          </a:xfrm>
        </p:spPr>
        <p:txBody>
          <a:bodyPr>
            <a:normAutofit fontScale="92500" lnSpcReduction="20000"/>
          </a:bodyPr>
          <a:lstStyle/>
          <a:p>
            <a:r>
              <a:rPr kumimoji="0" lang="en-US" b="0" i="0" u="none" strike="noStrike" kern="1200" cap="none" spc="0" normalizeH="0" baseline="0" noProof="0" dirty="0">
                <a:ln>
                  <a:noFill/>
                </a:ln>
                <a:solidFill>
                  <a:srgbClr val="15213F"/>
                </a:solidFill>
                <a:effectLst/>
                <a:uLnTx/>
                <a:uFillTx/>
                <a:latin typeface="Roboto" pitchFamily="34" charset="0"/>
                <a:ea typeface="Roboto" pitchFamily="34" charset="-122"/>
                <a:cs typeface="Roboto" pitchFamily="34" charset="-120"/>
              </a:rPr>
              <a:t>Customer profiling, buyer segmentation, and property investment insights </a:t>
            </a:r>
            <a:r>
              <a:rPr kumimoji="0" lang="en-IN" sz="2200" b="0" i="0" u="none" strike="noStrike" kern="1200" cap="none" spc="0" normalizeH="0" baseline="0" noProof="0" dirty="0">
                <a:ln>
                  <a:noFill/>
                </a:ln>
                <a:solidFill>
                  <a:srgbClr val="15213F"/>
                </a:solidFill>
                <a:effectLst/>
                <a:uLnTx/>
                <a:uFillTx/>
                <a:latin typeface="Roboto" pitchFamily="34" charset="0"/>
                <a:ea typeface="Roboto" pitchFamily="34" charset="-122"/>
                <a:cs typeface="Roboto" pitchFamily="34" charset="-120"/>
              </a:rPr>
              <a:t>to support data</a:t>
            </a:r>
            <a:r>
              <a:rPr lang="en-IN" sz="2200" cap="none" spc="0" dirty="0">
                <a:solidFill>
                  <a:srgbClr val="15213F"/>
                </a:solidFill>
                <a:latin typeface="Roboto" pitchFamily="34" charset="0"/>
                <a:ea typeface="Roboto" pitchFamily="34" charset="-122"/>
                <a:cs typeface="Roboto" pitchFamily="34" charset="-120"/>
              </a:rPr>
              <a:t>-driven decision making.</a:t>
            </a:r>
            <a:endParaRPr lang="en-US" dirty="0">
              <a:solidFill>
                <a:schemeClr val="tx1">
                  <a:lumMod val="85000"/>
                  <a:lumOff val="15000"/>
                </a:schemeClr>
              </a:solidFill>
              <a:latin typeface="Franklin Gothic Medium" panose="020B0603020102020204" pitchFamily="34" charset="0"/>
            </a:endParaRP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08AC96E-AA33-4309-B51D-072F59E6EC0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CB32-901A-4DA0-AA8A-9A7B5A88BFCD}"/>
              </a:ext>
            </a:extLst>
          </p:cNvPr>
          <p:cNvSpPr>
            <a:spLocks noGrp="1"/>
          </p:cNvSpPr>
          <p:nvPr>
            <p:ph type="title"/>
          </p:nvPr>
        </p:nvSpPr>
        <p:spPr>
          <a:xfrm>
            <a:off x="1097280" y="988907"/>
            <a:ext cx="10058400" cy="721905"/>
          </a:xfrm>
        </p:spPr>
        <p:txBody>
          <a:bodyPr>
            <a:normAutofit fontScale="90000"/>
          </a:bodyPr>
          <a:lstStyle/>
          <a:p>
            <a:br>
              <a:rPr lang="en-US" sz="4800" dirty="0"/>
            </a:br>
            <a:r>
              <a:rPr lang="en-US" sz="4800" dirty="0"/>
              <a:t>1.Introduction</a:t>
            </a:r>
            <a:endParaRPr lang="en-US" dirty="0"/>
          </a:p>
        </p:txBody>
      </p:sp>
      <p:sp>
        <p:nvSpPr>
          <p:cNvPr id="4" name="Content Placeholder 3">
            <a:extLst>
              <a:ext uri="{FF2B5EF4-FFF2-40B4-BE49-F238E27FC236}">
                <a16:creationId xmlns:a16="http://schemas.microsoft.com/office/drawing/2014/main" id="{64CC0AD7-8C2A-021C-1123-F707317E780D}"/>
              </a:ext>
            </a:extLst>
          </p:cNvPr>
          <p:cNvSpPr>
            <a:spLocks noGrp="1"/>
          </p:cNvSpPr>
          <p:nvPr>
            <p:ph idx="1"/>
          </p:nvPr>
        </p:nvSpPr>
        <p:spPr>
          <a:xfrm>
            <a:off x="1097280" y="2418735"/>
            <a:ext cx="10058400" cy="3450357"/>
          </a:xfrm>
        </p:spPr>
        <p:txBody>
          <a:bodyPr/>
          <a:lstStyle/>
          <a:p>
            <a:r>
              <a:rPr lang="en-IN" sz="2800" dirty="0"/>
              <a:t>The real estate industry generates large amounts of customer and property data. Understanding buyer behaviour and investment preferences is important for making strategic business decisions. This project aims to analyse real estate buyers, identify different buyer segments, and study property investment patterns</a:t>
            </a:r>
            <a:r>
              <a:rPr lang="en-IN" dirty="0"/>
              <a:t>.</a:t>
            </a:r>
          </a:p>
          <a:p>
            <a:endParaRPr lang="en-IN" dirty="0"/>
          </a:p>
        </p:txBody>
      </p:sp>
    </p:spTree>
    <p:extLst>
      <p:ext uri="{BB962C8B-B14F-4D97-AF65-F5344CB8AC3E}">
        <p14:creationId xmlns:p14="http://schemas.microsoft.com/office/powerpoint/2010/main" val="2482546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B4FF2-66D4-B4A1-E20F-CB0EA647C2E4}"/>
              </a:ext>
            </a:extLst>
          </p:cNvPr>
          <p:cNvSpPr>
            <a:spLocks noGrp="1"/>
          </p:cNvSpPr>
          <p:nvPr>
            <p:ph type="title"/>
          </p:nvPr>
        </p:nvSpPr>
        <p:spPr/>
        <p:txBody>
          <a:bodyPr/>
          <a:lstStyle/>
          <a:p>
            <a:r>
              <a:rPr lang="en-US" dirty="0"/>
              <a:t>2.Problem</a:t>
            </a:r>
            <a:endParaRPr lang="en-IN" dirty="0"/>
          </a:p>
        </p:txBody>
      </p:sp>
      <p:sp>
        <p:nvSpPr>
          <p:cNvPr id="4" name="Content Placeholder 3">
            <a:extLst>
              <a:ext uri="{FF2B5EF4-FFF2-40B4-BE49-F238E27FC236}">
                <a16:creationId xmlns:a16="http://schemas.microsoft.com/office/drawing/2014/main" id="{1EEDCDAE-F2B8-1D2E-F365-DDB4BFB9D7D6}"/>
              </a:ext>
            </a:extLst>
          </p:cNvPr>
          <p:cNvSpPr>
            <a:spLocks noGrp="1"/>
          </p:cNvSpPr>
          <p:nvPr>
            <p:ph idx="1"/>
          </p:nvPr>
        </p:nvSpPr>
        <p:spPr/>
        <p:txBody>
          <a:bodyPr/>
          <a:lstStyle/>
          <a:p>
            <a:pPr>
              <a:buFont typeface="Wingdings" panose="05000000000000000000" pitchFamily="2" charset="2"/>
              <a:buChar char="v"/>
            </a:pPr>
            <a:r>
              <a:rPr lang="en-IN" sz="3200" dirty="0"/>
              <a:t> Different types of property buyers</a:t>
            </a:r>
          </a:p>
          <a:p>
            <a:pPr>
              <a:buFont typeface="Wingdings" panose="05000000000000000000" pitchFamily="2" charset="2"/>
              <a:buChar char="v"/>
            </a:pPr>
            <a:r>
              <a:rPr lang="en-IN" sz="3200" dirty="0"/>
              <a:t> Investment motivations across demographics</a:t>
            </a:r>
          </a:p>
          <a:p>
            <a:pPr>
              <a:buFont typeface="Wingdings" panose="05000000000000000000" pitchFamily="2" charset="2"/>
              <a:buChar char="v"/>
            </a:pPr>
            <a:r>
              <a:rPr lang="en-IN" sz="3200" dirty="0"/>
              <a:t> Geographic differences in investment behaviour</a:t>
            </a:r>
          </a:p>
          <a:p>
            <a:pPr>
              <a:buFont typeface="Wingdings" panose="05000000000000000000" pitchFamily="2" charset="2"/>
              <a:buChar char="v"/>
            </a:pPr>
            <a:r>
              <a:rPr lang="en-IN" sz="3200"/>
              <a:t> </a:t>
            </a:r>
            <a:r>
              <a:rPr lang="en-IN" sz="3200" dirty="0"/>
              <a:t>Customer financing patterns</a:t>
            </a:r>
          </a:p>
          <a:p>
            <a:endParaRPr lang="en-IN" dirty="0"/>
          </a:p>
        </p:txBody>
      </p:sp>
    </p:spTree>
    <p:extLst>
      <p:ext uri="{BB962C8B-B14F-4D97-AF65-F5344CB8AC3E}">
        <p14:creationId xmlns:p14="http://schemas.microsoft.com/office/powerpoint/2010/main" val="1250898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E9879-3FC9-2976-0F92-CA9A8B1A676F}"/>
              </a:ext>
            </a:extLst>
          </p:cNvPr>
          <p:cNvSpPr>
            <a:spLocks noGrp="1"/>
          </p:cNvSpPr>
          <p:nvPr>
            <p:ph type="title"/>
          </p:nvPr>
        </p:nvSpPr>
        <p:spPr/>
        <p:txBody>
          <a:bodyPr/>
          <a:lstStyle/>
          <a:p>
            <a:r>
              <a:rPr lang="en-US" dirty="0"/>
              <a:t>2. Project Objectives</a:t>
            </a:r>
            <a:endParaRPr lang="en-IN" dirty="0"/>
          </a:p>
        </p:txBody>
      </p:sp>
      <p:sp>
        <p:nvSpPr>
          <p:cNvPr id="20" name="TextBox 19">
            <a:extLst>
              <a:ext uri="{FF2B5EF4-FFF2-40B4-BE49-F238E27FC236}">
                <a16:creationId xmlns:a16="http://schemas.microsoft.com/office/drawing/2014/main" id="{123778B6-5EF6-8FC6-A7B3-5D4885C67700}"/>
              </a:ext>
            </a:extLst>
          </p:cNvPr>
          <p:cNvSpPr txBox="1"/>
          <p:nvPr/>
        </p:nvSpPr>
        <p:spPr>
          <a:xfrm>
            <a:off x="1366684" y="2096606"/>
            <a:ext cx="7777316" cy="2899255"/>
          </a:xfrm>
          <a:prstGeom prst="rect">
            <a:avLst/>
          </a:prstGeom>
          <a:noFill/>
        </p:spPr>
        <p:txBody>
          <a:bodyPr wrap="square">
            <a:spAutoFit/>
          </a:bodyPr>
          <a:lstStyle/>
          <a:p>
            <a:pPr marL="342900" lvl="0" indent="-342900">
              <a:lnSpc>
                <a:spcPct val="107000"/>
              </a:lnSpc>
              <a:spcAft>
                <a:spcPts val="800"/>
              </a:spcAft>
              <a:buSzPts val="1000"/>
              <a:buFont typeface="Wingdings" panose="05000000000000000000" pitchFamily="2" charset="2"/>
              <a:buChar char="q"/>
              <a:tabLst>
                <a:tab pos="457200" algn="l"/>
              </a:tabLst>
            </a:pPr>
            <a:r>
              <a:rPr lang="en-IN" sz="2000" kern="100" dirty="0">
                <a:effectLst/>
                <a:latin typeface="Aptos" panose="020B0004020202020204" pitchFamily="34" charset="0"/>
                <a:ea typeface="Aptos" panose="020B0004020202020204" pitchFamily="34" charset="0"/>
                <a:cs typeface="Times New Roman" panose="02020603050405020304" pitchFamily="18" charset="0"/>
              </a:rPr>
              <a:t>Analyse buyer demographics and behaviour.</a:t>
            </a:r>
          </a:p>
          <a:p>
            <a:pPr marL="342900" lvl="0" indent="-342900">
              <a:lnSpc>
                <a:spcPct val="107000"/>
              </a:lnSpc>
              <a:spcAft>
                <a:spcPts val="800"/>
              </a:spcAft>
              <a:buSzPts val="1000"/>
              <a:buFont typeface="Wingdings" panose="05000000000000000000" pitchFamily="2" charset="2"/>
              <a:buChar char="q"/>
              <a:tabLst>
                <a:tab pos="457200" algn="l"/>
              </a:tabLst>
            </a:pPr>
            <a:r>
              <a:rPr lang="en-IN" sz="2000" kern="100" dirty="0">
                <a:effectLst/>
                <a:latin typeface="Aptos" panose="020B0004020202020204" pitchFamily="34" charset="0"/>
                <a:ea typeface="Aptos" panose="020B0004020202020204" pitchFamily="34" charset="0"/>
                <a:cs typeface="Times New Roman" panose="02020603050405020304" pitchFamily="18" charset="0"/>
              </a:rPr>
              <a:t>Segment buyers into meaningful groups.</a:t>
            </a:r>
          </a:p>
          <a:p>
            <a:pPr marL="342900" lvl="0" indent="-342900">
              <a:lnSpc>
                <a:spcPct val="107000"/>
              </a:lnSpc>
              <a:spcAft>
                <a:spcPts val="800"/>
              </a:spcAft>
              <a:buSzPts val="1000"/>
              <a:buFont typeface="Wingdings" panose="05000000000000000000" pitchFamily="2" charset="2"/>
              <a:buChar char="q"/>
              <a:tabLst>
                <a:tab pos="457200" algn="l"/>
              </a:tabLst>
            </a:pPr>
            <a:r>
              <a:rPr lang="en-IN" sz="2000" kern="100" dirty="0">
                <a:effectLst/>
                <a:latin typeface="Aptos" panose="020B0004020202020204" pitchFamily="34" charset="0"/>
                <a:ea typeface="Aptos" panose="020B0004020202020204" pitchFamily="34" charset="0"/>
                <a:cs typeface="Times New Roman" panose="02020603050405020304" pitchFamily="18" charset="0"/>
              </a:rPr>
              <a:t>Study property investment patterns.</a:t>
            </a:r>
          </a:p>
          <a:p>
            <a:pPr marL="342900" lvl="0" indent="-342900">
              <a:lnSpc>
                <a:spcPct val="107000"/>
              </a:lnSpc>
              <a:spcAft>
                <a:spcPts val="800"/>
              </a:spcAft>
              <a:buSzPts val="1000"/>
              <a:buFont typeface="Wingdings" panose="05000000000000000000" pitchFamily="2" charset="2"/>
              <a:buChar char="q"/>
              <a:tabLst>
                <a:tab pos="457200" algn="l"/>
              </a:tabLst>
            </a:pPr>
            <a:r>
              <a:rPr lang="en-IN" sz="2000" kern="100" dirty="0">
                <a:effectLst/>
                <a:latin typeface="Aptos" panose="020B0004020202020204" pitchFamily="34" charset="0"/>
                <a:ea typeface="Aptos" panose="020B0004020202020204" pitchFamily="34" charset="0"/>
                <a:cs typeface="Times New Roman" panose="02020603050405020304" pitchFamily="18" charset="0"/>
              </a:rPr>
              <a:t>Analyse geographic distribution of buyers.</a:t>
            </a:r>
          </a:p>
          <a:p>
            <a:pPr marL="342900" lvl="0" indent="-342900">
              <a:lnSpc>
                <a:spcPct val="107000"/>
              </a:lnSpc>
              <a:spcAft>
                <a:spcPts val="800"/>
              </a:spcAft>
              <a:buSzPts val="1000"/>
              <a:buFont typeface="Wingdings" panose="05000000000000000000" pitchFamily="2" charset="2"/>
              <a:buChar char="q"/>
              <a:tabLst>
                <a:tab pos="457200" algn="l"/>
              </a:tabLst>
            </a:pPr>
            <a:r>
              <a:rPr lang="en-IN" sz="2000" kern="100" dirty="0">
                <a:effectLst/>
                <a:latin typeface="Aptos" panose="020B0004020202020204" pitchFamily="34" charset="0"/>
                <a:ea typeface="Aptos" panose="020B0004020202020204" pitchFamily="34" charset="0"/>
                <a:cs typeface="Times New Roman" panose="02020603050405020304" pitchFamily="18" charset="0"/>
              </a:rPr>
              <a:t>Develop interactive dashboards for business insights.</a:t>
            </a:r>
          </a:p>
          <a:p>
            <a:pPr marL="342900" lvl="0" indent="-342900">
              <a:lnSpc>
                <a:spcPct val="107000"/>
              </a:lnSpc>
              <a:spcAft>
                <a:spcPts val="800"/>
              </a:spcAft>
              <a:buSzPts val="1000"/>
              <a:buFont typeface="Wingdings" panose="05000000000000000000" pitchFamily="2" charset="2"/>
              <a:buChar char="q"/>
              <a:tabLst>
                <a:tab pos="457200" algn="l"/>
              </a:tabLst>
            </a:pPr>
            <a:r>
              <a:rPr lang="en-IN" sz="2000" kern="100" dirty="0">
                <a:effectLst/>
                <a:latin typeface="Aptos" panose="020B0004020202020204" pitchFamily="34" charset="0"/>
                <a:ea typeface="Aptos" panose="020B0004020202020204" pitchFamily="34" charset="0"/>
                <a:cs typeface="Times New Roman" panose="02020603050405020304" pitchFamily="18" charset="0"/>
              </a:rPr>
              <a:t>Generate actionable recommendations for real estate stakeholders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13266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0F102-1F79-4F96-BA21-C056CE08F2D3}"/>
              </a:ext>
            </a:extLst>
          </p:cNvPr>
          <p:cNvSpPr>
            <a:spLocks noGrp="1"/>
          </p:cNvSpPr>
          <p:nvPr>
            <p:ph type="title"/>
          </p:nvPr>
        </p:nvSpPr>
        <p:spPr>
          <a:xfrm>
            <a:off x="1097280" y="904568"/>
            <a:ext cx="10058400" cy="832792"/>
          </a:xfrm>
        </p:spPr>
        <p:txBody>
          <a:bodyPr/>
          <a:lstStyle/>
          <a:p>
            <a:r>
              <a:rPr lang="en-US" dirty="0"/>
              <a:t>3.Dataset overview</a:t>
            </a:r>
            <a:endParaRPr lang="en-IN" dirty="0"/>
          </a:p>
        </p:txBody>
      </p:sp>
      <p:sp>
        <p:nvSpPr>
          <p:cNvPr id="3" name="Content Placeholder 2">
            <a:extLst>
              <a:ext uri="{FF2B5EF4-FFF2-40B4-BE49-F238E27FC236}">
                <a16:creationId xmlns:a16="http://schemas.microsoft.com/office/drawing/2014/main" id="{A2344B31-DFB3-B055-E263-4FA5CF9F7366}"/>
              </a:ext>
            </a:extLst>
          </p:cNvPr>
          <p:cNvSpPr>
            <a:spLocks noGrp="1"/>
          </p:cNvSpPr>
          <p:nvPr>
            <p:ph sz="half" idx="1"/>
          </p:nvPr>
        </p:nvSpPr>
        <p:spPr/>
        <p:txBody>
          <a:bodyPr>
            <a:normAutofit/>
          </a:bodyPr>
          <a:lstStyle/>
          <a:p>
            <a:r>
              <a:rPr lang="en-IN" b="1" dirty="0">
                <a:latin typeface="Aptos" panose="020B0004020202020204" pitchFamily="34" charset="0"/>
              </a:rPr>
              <a:t>(a) Clients Dataset</a:t>
            </a:r>
            <a:endParaRPr lang="en-IN" dirty="0">
              <a:latin typeface="Aptos" panose="020B0004020202020204" pitchFamily="34" charset="0"/>
            </a:endParaRPr>
          </a:p>
          <a:p>
            <a:pPr lvl="1"/>
            <a:r>
              <a:rPr lang="en-IN" sz="1800" dirty="0"/>
              <a:t>Client ID</a:t>
            </a:r>
          </a:p>
          <a:p>
            <a:pPr lvl="1"/>
            <a:r>
              <a:rPr lang="en-IN" sz="1800" dirty="0"/>
              <a:t>Client Type</a:t>
            </a:r>
          </a:p>
          <a:p>
            <a:pPr lvl="1"/>
            <a:r>
              <a:rPr lang="en-IN" sz="1800" dirty="0"/>
              <a:t>Country</a:t>
            </a:r>
          </a:p>
          <a:p>
            <a:pPr lvl="1"/>
            <a:r>
              <a:rPr lang="en-IN" sz="1800" dirty="0"/>
              <a:t>Region</a:t>
            </a:r>
          </a:p>
          <a:p>
            <a:pPr lvl="1"/>
            <a:r>
              <a:rPr lang="en-IN" sz="1800" dirty="0"/>
              <a:t>Date of Birth</a:t>
            </a:r>
          </a:p>
          <a:p>
            <a:pPr lvl="1"/>
            <a:r>
              <a:rPr lang="en-IN" sz="1800" dirty="0"/>
              <a:t>Acquisition Purpose</a:t>
            </a:r>
          </a:p>
          <a:p>
            <a:pPr lvl="1"/>
            <a:r>
              <a:rPr lang="en-IN" sz="1800" dirty="0"/>
              <a:t>Loan Applied</a:t>
            </a:r>
          </a:p>
          <a:p>
            <a:pPr lvl="1"/>
            <a:r>
              <a:rPr lang="en-IN" sz="1800" dirty="0"/>
              <a:t>Satisfaction Score</a:t>
            </a:r>
          </a:p>
          <a:p>
            <a:endParaRPr lang="en-IN" dirty="0"/>
          </a:p>
        </p:txBody>
      </p:sp>
      <p:sp>
        <p:nvSpPr>
          <p:cNvPr id="4" name="Content Placeholder 3">
            <a:extLst>
              <a:ext uri="{FF2B5EF4-FFF2-40B4-BE49-F238E27FC236}">
                <a16:creationId xmlns:a16="http://schemas.microsoft.com/office/drawing/2014/main" id="{4800D246-C7AF-EF2F-B830-67B2F3BEBA33}"/>
              </a:ext>
            </a:extLst>
          </p:cNvPr>
          <p:cNvSpPr>
            <a:spLocks noGrp="1"/>
          </p:cNvSpPr>
          <p:nvPr>
            <p:ph sz="half" idx="2"/>
          </p:nvPr>
        </p:nvSpPr>
        <p:spPr/>
        <p:txBody>
          <a:bodyPr>
            <a:normAutofit/>
          </a:bodyPr>
          <a:lstStyle/>
          <a:p>
            <a:r>
              <a:rPr lang="en-IN" b="1" dirty="0"/>
              <a:t>(b) </a:t>
            </a:r>
            <a:r>
              <a:rPr lang="en-IN" b="1" dirty="0">
                <a:latin typeface="Aptos" panose="020B0004020202020204" pitchFamily="34" charset="0"/>
              </a:rPr>
              <a:t>Properties Dataset</a:t>
            </a:r>
            <a:endParaRPr lang="en-IN" dirty="0">
              <a:latin typeface="Aptos" panose="020B0004020202020204" pitchFamily="34" charset="0"/>
            </a:endParaRPr>
          </a:p>
          <a:p>
            <a:pPr lvl="1"/>
            <a:r>
              <a:rPr lang="en-IN" sz="1800" dirty="0"/>
              <a:t>Listing ID</a:t>
            </a:r>
          </a:p>
          <a:p>
            <a:pPr lvl="1"/>
            <a:r>
              <a:rPr lang="en-IN" sz="1800" dirty="0"/>
              <a:t>Unit Category</a:t>
            </a:r>
          </a:p>
          <a:p>
            <a:pPr lvl="1"/>
            <a:r>
              <a:rPr lang="en-IN" sz="1800" dirty="0"/>
              <a:t>Sale Price</a:t>
            </a:r>
          </a:p>
          <a:p>
            <a:pPr lvl="1"/>
            <a:r>
              <a:rPr lang="en-IN" sz="1800" dirty="0"/>
              <a:t>Floor Area</a:t>
            </a:r>
          </a:p>
          <a:p>
            <a:pPr lvl="1"/>
            <a:r>
              <a:rPr lang="en-IN" sz="1800" dirty="0"/>
              <a:t>Transaction Date</a:t>
            </a:r>
          </a:p>
          <a:p>
            <a:pPr lvl="1"/>
            <a:r>
              <a:rPr lang="en-IN" sz="1800" dirty="0"/>
              <a:t>Listing Status</a:t>
            </a:r>
          </a:p>
          <a:p>
            <a:pPr lvl="1"/>
            <a:r>
              <a:rPr lang="en-IN" sz="1800" dirty="0"/>
              <a:t>Client Reference</a:t>
            </a:r>
          </a:p>
          <a:p>
            <a:endParaRPr lang="en-IN" dirty="0"/>
          </a:p>
        </p:txBody>
      </p:sp>
    </p:spTree>
    <p:extLst>
      <p:ext uri="{BB962C8B-B14F-4D97-AF65-F5344CB8AC3E}">
        <p14:creationId xmlns:p14="http://schemas.microsoft.com/office/powerpoint/2010/main" val="2031891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FB626-C04D-DC54-20A4-BE49A5DE8C17}"/>
              </a:ext>
            </a:extLst>
          </p:cNvPr>
          <p:cNvSpPr>
            <a:spLocks noGrp="1"/>
          </p:cNvSpPr>
          <p:nvPr>
            <p:ph type="title"/>
          </p:nvPr>
        </p:nvSpPr>
        <p:spPr/>
        <p:txBody>
          <a:bodyPr/>
          <a:lstStyle/>
          <a:p>
            <a:r>
              <a:rPr lang="en-US" dirty="0"/>
              <a:t>4.Data Cleaning</a:t>
            </a:r>
            <a:endParaRPr lang="en-IN" dirty="0"/>
          </a:p>
        </p:txBody>
      </p:sp>
      <p:sp>
        <p:nvSpPr>
          <p:cNvPr id="3" name="Content Placeholder 2">
            <a:extLst>
              <a:ext uri="{FF2B5EF4-FFF2-40B4-BE49-F238E27FC236}">
                <a16:creationId xmlns:a16="http://schemas.microsoft.com/office/drawing/2014/main" id="{806DBD00-BD2C-BAAC-2C20-65FBCE32FC4B}"/>
              </a:ext>
            </a:extLst>
          </p:cNvPr>
          <p:cNvSpPr>
            <a:spLocks noGrp="1"/>
          </p:cNvSpPr>
          <p:nvPr>
            <p:ph idx="1"/>
          </p:nvPr>
        </p:nvSpPr>
        <p:spPr/>
        <p:txBody>
          <a:bodyPr/>
          <a:lstStyle/>
          <a:p>
            <a:pPr marL="514350" indent="-514350">
              <a:lnSpc>
                <a:spcPct val="129000"/>
              </a:lnSpc>
              <a:buFont typeface="+mj-lt"/>
              <a:buAutoNum type="romanLcPeriod"/>
            </a:pPr>
            <a:r>
              <a:rPr lang="en-US" sz="2000" dirty="0">
                <a:solidFill>
                  <a:srgbClr val="15213F"/>
                </a:solidFill>
                <a:latin typeface="Roboto" pitchFamily="34" charset="0"/>
                <a:ea typeface="Roboto" pitchFamily="34" charset="-122"/>
                <a:cs typeface="Roboto" pitchFamily="34" charset="-120"/>
              </a:rPr>
              <a:t>Removed duplicate records</a:t>
            </a:r>
            <a:endParaRPr lang="en-US" sz="2000" dirty="0"/>
          </a:p>
          <a:p>
            <a:pPr marL="514350" indent="-514350">
              <a:lnSpc>
                <a:spcPct val="129000"/>
              </a:lnSpc>
              <a:buFont typeface="+mj-lt"/>
              <a:buAutoNum type="romanLcPeriod"/>
            </a:pPr>
            <a:r>
              <a:rPr lang="en-US" sz="2000" dirty="0">
                <a:solidFill>
                  <a:srgbClr val="15213F"/>
                </a:solidFill>
                <a:latin typeface="Roboto" pitchFamily="34" charset="0"/>
                <a:ea typeface="Roboto" pitchFamily="34" charset="-122"/>
                <a:cs typeface="Roboto" pitchFamily="34" charset="-120"/>
              </a:rPr>
              <a:t>Corrected date format inconsistencies</a:t>
            </a:r>
            <a:endParaRPr lang="en-US" sz="2000" dirty="0"/>
          </a:p>
          <a:p>
            <a:pPr marL="514350" indent="-514350">
              <a:lnSpc>
                <a:spcPct val="129000"/>
              </a:lnSpc>
              <a:buFont typeface="+mj-lt"/>
              <a:buAutoNum type="romanLcPeriod"/>
            </a:pPr>
            <a:r>
              <a:rPr lang="en-US" sz="2000" dirty="0">
                <a:solidFill>
                  <a:srgbClr val="15213F"/>
                </a:solidFill>
                <a:latin typeface="Roboto" pitchFamily="34" charset="0"/>
                <a:ea typeface="Roboto" pitchFamily="34" charset="-122"/>
                <a:cs typeface="Roboto" pitchFamily="34" charset="-120"/>
              </a:rPr>
              <a:t>Created Age column from Date of Birth</a:t>
            </a:r>
            <a:endParaRPr lang="en-US" sz="2000" dirty="0"/>
          </a:p>
          <a:p>
            <a:pPr marL="514350" indent="-514350">
              <a:lnSpc>
                <a:spcPct val="129000"/>
              </a:lnSpc>
              <a:buFont typeface="+mj-lt"/>
              <a:buAutoNum type="romanLcPeriod"/>
            </a:pPr>
            <a:r>
              <a:rPr lang="en-US" sz="2000" dirty="0">
                <a:solidFill>
                  <a:srgbClr val="15213F"/>
                </a:solidFill>
                <a:latin typeface="Roboto" pitchFamily="34" charset="0"/>
                <a:ea typeface="Roboto" pitchFamily="34" charset="-122"/>
                <a:cs typeface="Roboto" pitchFamily="34" charset="-120"/>
              </a:rPr>
              <a:t>Verified property prices and area values</a:t>
            </a:r>
            <a:endParaRPr lang="en-US" sz="2000" dirty="0"/>
          </a:p>
          <a:p>
            <a:pPr marL="514350" indent="-514350">
              <a:lnSpc>
                <a:spcPct val="129000"/>
              </a:lnSpc>
              <a:buFont typeface="+mj-lt"/>
              <a:buAutoNum type="romanLcPeriod"/>
            </a:pPr>
            <a:r>
              <a:rPr lang="en-US" sz="2000" dirty="0">
                <a:solidFill>
                  <a:srgbClr val="15213F"/>
                </a:solidFill>
                <a:latin typeface="Roboto" pitchFamily="34" charset="0"/>
                <a:ea typeface="Roboto" pitchFamily="34" charset="-122"/>
                <a:cs typeface="Roboto" pitchFamily="34" charset="-120"/>
              </a:rPr>
              <a:t>Checked for missing values</a:t>
            </a:r>
            <a:endParaRPr lang="en-US" sz="2000" dirty="0"/>
          </a:p>
          <a:p>
            <a:endParaRPr lang="en-IN" dirty="0"/>
          </a:p>
        </p:txBody>
      </p:sp>
    </p:spTree>
    <p:extLst>
      <p:ext uri="{BB962C8B-B14F-4D97-AF65-F5344CB8AC3E}">
        <p14:creationId xmlns:p14="http://schemas.microsoft.com/office/powerpoint/2010/main" val="3948620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A363D-EC08-6CFD-E938-C7E46387B68B}"/>
              </a:ext>
            </a:extLst>
          </p:cNvPr>
          <p:cNvSpPr>
            <a:spLocks noGrp="1"/>
          </p:cNvSpPr>
          <p:nvPr>
            <p:ph type="title"/>
          </p:nvPr>
        </p:nvSpPr>
        <p:spPr/>
        <p:txBody>
          <a:bodyPr/>
          <a:lstStyle/>
          <a:p>
            <a:r>
              <a:rPr lang="en-US" dirty="0"/>
              <a:t>5.Featuring Engineering</a:t>
            </a:r>
            <a:endParaRPr lang="en-IN" dirty="0"/>
          </a:p>
        </p:txBody>
      </p:sp>
      <p:graphicFrame>
        <p:nvGraphicFramePr>
          <p:cNvPr id="38" name="Diagram 37">
            <a:extLst>
              <a:ext uri="{FF2B5EF4-FFF2-40B4-BE49-F238E27FC236}">
                <a16:creationId xmlns:a16="http://schemas.microsoft.com/office/drawing/2014/main" id="{E4FE73A5-3736-A459-CDCF-89CB4BF87699}"/>
              </a:ext>
            </a:extLst>
          </p:cNvPr>
          <p:cNvGraphicFramePr/>
          <p:nvPr>
            <p:extLst>
              <p:ext uri="{D42A27DB-BD31-4B8C-83A1-F6EECF244321}">
                <p14:modId xmlns:p14="http://schemas.microsoft.com/office/powerpoint/2010/main" val="1434186837"/>
              </p:ext>
            </p:extLst>
          </p:nvPr>
        </p:nvGraphicFramePr>
        <p:xfrm>
          <a:off x="2032000" y="1907458"/>
          <a:ext cx="7692103" cy="4230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8651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21E9-832C-B11B-BA5E-B276133E4E17}"/>
              </a:ext>
            </a:extLst>
          </p:cNvPr>
          <p:cNvSpPr>
            <a:spLocks noGrp="1"/>
          </p:cNvSpPr>
          <p:nvPr>
            <p:ph type="title"/>
          </p:nvPr>
        </p:nvSpPr>
        <p:spPr/>
        <p:txBody>
          <a:bodyPr/>
          <a:lstStyle/>
          <a:p>
            <a:r>
              <a:rPr lang="en-US" dirty="0"/>
              <a:t>7.SQL Analysis</a:t>
            </a:r>
            <a:endParaRPr lang="en-IN" dirty="0"/>
          </a:p>
        </p:txBody>
      </p:sp>
      <p:sp>
        <p:nvSpPr>
          <p:cNvPr id="3" name="Content Placeholder 2">
            <a:extLst>
              <a:ext uri="{FF2B5EF4-FFF2-40B4-BE49-F238E27FC236}">
                <a16:creationId xmlns:a16="http://schemas.microsoft.com/office/drawing/2014/main" id="{1D052CA7-A5DA-64F7-CE8D-429A5A044094}"/>
              </a:ext>
            </a:extLst>
          </p:cNvPr>
          <p:cNvSpPr>
            <a:spLocks noGrp="1"/>
          </p:cNvSpPr>
          <p:nvPr>
            <p:ph idx="1"/>
          </p:nvPr>
        </p:nvSpPr>
        <p:spPr>
          <a:xfrm>
            <a:off x="1097280" y="2098368"/>
            <a:ext cx="10058400" cy="3760891"/>
          </a:xfrm>
        </p:spPr>
        <p:txBody>
          <a:bodyPr/>
          <a:lstStyle/>
          <a:p>
            <a:r>
              <a:rPr lang="en-IN" b="1" dirty="0"/>
              <a:t>a. </a:t>
            </a:r>
            <a:r>
              <a:rPr lang="en-IN" b="1" u="sng" dirty="0"/>
              <a:t>Country wise Buyers</a:t>
            </a:r>
            <a:endParaRPr lang="en-IN" dirty="0"/>
          </a:p>
          <a:p>
            <a:endParaRPr lang="en-IN" dirty="0"/>
          </a:p>
        </p:txBody>
      </p:sp>
      <p:pic>
        <p:nvPicPr>
          <p:cNvPr id="4" name="Picture 3">
            <a:extLst>
              <a:ext uri="{FF2B5EF4-FFF2-40B4-BE49-F238E27FC236}">
                <a16:creationId xmlns:a16="http://schemas.microsoft.com/office/drawing/2014/main" id="{C7E4923F-55CA-CE3D-C845-A982E99BD09F}"/>
              </a:ext>
            </a:extLst>
          </p:cNvPr>
          <p:cNvPicPr>
            <a:picLocks noChangeAspect="1"/>
          </p:cNvPicPr>
          <p:nvPr/>
        </p:nvPicPr>
        <p:blipFill rotWithShape="1">
          <a:blip r:embed="rId2">
            <a:extLst>
              <a:ext uri="{28A0092B-C50C-407E-A947-70E740481C1C}">
                <a14:useLocalDpi xmlns:a14="http://schemas.microsoft.com/office/drawing/2010/main" val="0"/>
              </a:ext>
            </a:extLst>
          </a:blip>
          <a:srcRect t="39200" r="69640"/>
          <a:stretch>
            <a:fillRect/>
          </a:stretch>
        </p:blipFill>
        <p:spPr bwMode="auto">
          <a:xfrm>
            <a:off x="1419778" y="2542866"/>
            <a:ext cx="1647887" cy="2668231"/>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1341463C-C5A6-F1A8-EDA8-7BBB49E20D98}"/>
              </a:ext>
            </a:extLst>
          </p:cNvPr>
          <p:cNvSpPr txBox="1"/>
          <p:nvPr/>
        </p:nvSpPr>
        <p:spPr>
          <a:xfrm>
            <a:off x="3502373" y="2082798"/>
            <a:ext cx="6096000" cy="378565"/>
          </a:xfrm>
          <a:prstGeom prst="rect">
            <a:avLst/>
          </a:prstGeom>
          <a:noFill/>
        </p:spPr>
        <p:txBody>
          <a:bodyPr wrap="square">
            <a:spAutoFit/>
          </a:bodyPr>
          <a:lstStyle/>
          <a:p>
            <a:pPr marL="457200" algn="just">
              <a:lnSpc>
                <a:spcPct val="107000"/>
              </a:lnSpc>
              <a:spcAft>
                <a:spcPts val="800"/>
              </a:spcAft>
              <a:buNone/>
            </a:pPr>
            <a:r>
              <a:rPr lang="en-IN" sz="1800" b="1" u="sng" kern="0" dirty="0">
                <a:effectLst/>
                <a:ea typeface="Times New Roman" panose="02020603050405020304" pitchFamily="18" charset="0"/>
                <a:cs typeface="Times New Roman" panose="02020603050405020304" pitchFamily="18" charset="0"/>
              </a:rPr>
              <a:t>b. Loan </a:t>
            </a:r>
            <a:r>
              <a:rPr lang="en-IN" sz="1800" b="1" u="sng" kern="0" dirty="0">
                <a:effectLst/>
                <a:latin typeface="Franklin Gothic Medium" panose="020B0603020102020204" pitchFamily="34" charset="0"/>
                <a:ea typeface="Times New Roman" panose="02020603050405020304" pitchFamily="18" charset="0"/>
                <a:cs typeface="Times New Roman" panose="02020603050405020304" pitchFamily="18" charset="0"/>
              </a:rPr>
              <a:t>Analysis</a:t>
            </a:r>
            <a:endParaRPr lang="en-IN" sz="1600" b="1" kern="100" dirty="0">
              <a:effectLst/>
              <a:latin typeface="Franklin Gothic Medium" panose="020B0603020102020204" pitchFamily="34" charset="0"/>
              <a:ea typeface="Aptos" panose="020B00040202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D875FF1F-CEAC-EEDD-A977-BF9EFB26DB4C}"/>
              </a:ext>
            </a:extLst>
          </p:cNvPr>
          <p:cNvPicPr>
            <a:picLocks noChangeAspect="1"/>
          </p:cNvPicPr>
          <p:nvPr/>
        </p:nvPicPr>
        <p:blipFill rotWithShape="1">
          <a:blip r:embed="rId3">
            <a:extLst>
              <a:ext uri="{28A0092B-C50C-407E-A947-70E740481C1C}">
                <a14:useLocalDpi xmlns:a14="http://schemas.microsoft.com/office/drawing/2010/main" val="0"/>
              </a:ext>
            </a:extLst>
          </a:blip>
          <a:srcRect t="42082" r="67012" b="12659"/>
          <a:stretch>
            <a:fillRect/>
          </a:stretch>
        </p:blipFill>
        <p:spPr bwMode="auto">
          <a:xfrm>
            <a:off x="4205257" y="2476933"/>
            <a:ext cx="1890743" cy="1303020"/>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4EB6C0E1-CF8C-62DA-096E-2A5D71D73086}"/>
              </a:ext>
            </a:extLst>
          </p:cNvPr>
          <p:cNvSpPr txBox="1"/>
          <p:nvPr/>
        </p:nvSpPr>
        <p:spPr>
          <a:xfrm>
            <a:off x="3502373" y="3528767"/>
            <a:ext cx="3881653" cy="378565"/>
          </a:xfrm>
          <a:prstGeom prst="rect">
            <a:avLst/>
          </a:prstGeom>
          <a:noFill/>
        </p:spPr>
        <p:txBody>
          <a:bodyPr wrap="square">
            <a:spAutoFit/>
          </a:bodyPr>
          <a:lstStyle/>
          <a:p>
            <a:pPr marL="457200" algn="just">
              <a:lnSpc>
                <a:spcPct val="107000"/>
              </a:lnSpc>
              <a:spcAft>
                <a:spcPts val="800"/>
              </a:spcAft>
              <a:buNone/>
            </a:pPr>
            <a:r>
              <a:rPr lang="en-IN" sz="1800" kern="0" dirty="0">
                <a:effectLst/>
                <a:latin typeface="Franklin Gothic Medium" panose="020B0603020102020204" pitchFamily="34" charset="0"/>
                <a:ea typeface="Times New Roman" panose="02020603050405020304" pitchFamily="18" charset="0"/>
                <a:cs typeface="Times New Roman" panose="02020603050405020304" pitchFamily="18" charset="0"/>
              </a:rPr>
              <a:t>c. </a:t>
            </a:r>
            <a:r>
              <a:rPr lang="en-IN" sz="1800" b="1" u="sng" kern="0" dirty="0">
                <a:effectLst/>
                <a:latin typeface="Franklin Gothic Medium" panose="020B0603020102020204" pitchFamily="34" charset="0"/>
                <a:ea typeface="Times New Roman" panose="02020603050405020304" pitchFamily="18" charset="0"/>
                <a:cs typeface="Times New Roman" panose="02020603050405020304" pitchFamily="18" charset="0"/>
              </a:rPr>
              <a:t>Average</a:t>
            </a:r>
            <a:r>
              <a:rPr lang="en-IN" sz="1800" u="sng" kern="0" dirty="0">
                <a:effectLst/>
                <a:latin typeface="Franklin Gothic Medium" panose="020B0603020102020204" pitchFamily="34" charset="0"/>
                <a:ea typeface="Times New Roman" panose="02020603050405020304" pitchFamily="18" charset="0"/>
                <a:cs typeface="Times New Roman" panose="02020603050405020304" pitchFamily="18" charset="0"/>
              </a:rPr>
              <a:t> Satisfaction Score</a:t>
            </a:r>
            <a:endParaRPr lang="en-IN" sz="1600" kern="100" dirty="0">
              <a:effectLst/>
              <a:latin typeface="Franklin Gothic Medium" panose="020B0603020102020204" pitchFamily="34" charset="0"/>
              <a:ea typeface="Aptos" panose="020B000402020202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2F2DAAE3-5AB1-2BF9-2BD3-73F1AB93DC32}"/>
              </a:ext>
            </a:extLst>
          </p:cNvPr>
          <p:cNvPicPr>
            <a:picLocks noChangeAspect="1"/>
          </p:cNvPicPr>
          <p:nvPr/>
        </p:nvPicPr>
        <p:blipFill rotWithShape="1">
          <a:blip r:embed="rId4">
            <a:extLst>
              <a:ext uri="{28A0092B-C50C-407E-A947-70E740481C1C}">
                <a14:useLocalDpi xmlns:a14="http://schemas.microsoft.com/office/drawing/2010/main" val="0"/>
              </a:ext>
            </a:extLst>
          </a:blip>
          <a:srcRect t="37886" r="61843" b="16767"/>
          <a:stretch>
            <a:fillRect/>
          </a:stretch>
        </p:blipFill>
        <p:spPr bwMode="auto">
          <a:xfrm>
            <a:off x="4349729" y="3921945"/>
            <a:ext cx="2186940" cy="1203960"/>
          </a:xfrm>
          <a:prstGeom prst="rect">
            <a:avLst/>
          </a:prstGeom>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50DC64F7-9066-E4B4-D8D0-5CE97DEF7053}"/>
              </a:ext>
            </a:extLst>
          </p:cNvPr>
          <p:cNvSpPr txBox="1"/>
          <p:nvPr/>
        </p:nvSpPr>
        <p:spPr>
          <a:xfrm>
            <a:off x="6982992" y="2012098"/>
            <a:ext cx="6096000" cy="378565"/>
          </a:xfrm>
          <a:prstGeom prst="rect">
            <a:avLst/>
          </a:prstGeom>
          <a:noFill/>
        </p:spPr>
        <p:txBody>
          <a:bodyPr wrap="square">
            <a:spAutoFit/>
          </a:bodyPr>
          <a:lstStyle/>
          <a:p>
            <a:pPr marL="457200" algn="just">
              <a:lnSpc>
                <a:spcPct val="107000"/>
              </a:lnSpc>
              <a:spcAft>
                <a:spcPts val="800"/>
              </a:spcAft>
              <a:buNone/>
            </a:pPr>
            <a:r>
              <a:rPr lang="en-IN" u="sng" kern="0" dirty="0">
                <a:latin typeface="Franklin Gothic Medium" panose="020B0603020102020204" pitchFamily="34" charset="0"/>
                <a:ea typeface="Times New Roman" panose="02020603050405020304" pitchFamily="18" charset="0"/>
                <a:cs typeface="Times New Roman" panose="02020603050405020304" pitchFamily="18" charset="0"/>
              </a:rPr>
              <a:t>e</a:t>
            </a:r>
            <a:r>
              <a:rPr lang="en-IN" sz="1800" u="sng" kern="0" dirty="0">
                <a:effectLst/>
                <a:latin typeface="Franklin Gothic Medium" panose="020B0603020102020204" pitchFamily="34" charset="0"/>
                <a:ea typeface="Times New Roman" panose="02020603050405020304" pitchFamily="18" charset="0"/>
                <a:cs typeface="Times New Roman" panose="02020603050405020304" pitchFamily="18" charset="0"/>
              </a:rPr>
              <a:t>. Acquisition Purpose Analysis</a:t>
            </a:r>
            <a:endParaRPr lang="en-IN" sz="1600" kern="100" dirty="0">
              <a:effectLst/>
              <a:latin typeface="Franklin Gothic Medium" panose="020B0603020102020204" pitchFamily="34" charset="0"/>
              <a:ea typeface="Aptos" panose="020B000402020202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27490211-F62E-908A-0E0B-8113846CE81F}"/>
              </a:ext>
            </a:extLst>
          </p:cNvPr>
          <p:cNvPicPr>
            <a:picLocks noChangeAspect="1"/>
          </p:cNvPicPr>
          <p:nvPr/>
        </p:nvPicPr>
        <p:blipFill rotWithShape="1">
          <a:blip r:embed="rId5">
            <a:extLst>
              <a:ext uri="{28A0092B-C50C-407E-A947-70E740481C1C}">
                <a14:useLocalDpi xmlns:a14="http://schemas.microsoft.com/office/drawing/2010/main" val="0"/>
              </a:ext>
            </a:extLst>
          </a:blip>
          <a:srcRect l="266" t="46903" r="55063" b="9232"/>
          <a:stretch>
            <a:fillRect/>
          </a:stretch>
        </p:blipFill>
        <p:spPr bwMode="auto">
          <a:xfrm>
            <a:off x="7716356" y="2416303"/>
            <a:ext cx="2560320" cy="1133142"/>
          </a:xfrm>
          <a:prstGeom prst="rect">
            <a:avLst/>
          </a:prstGeom>
          <a:ln>
            <a:noFill/>
          </a:ln>
          <a:extLst>
            <a:ext uri="{53640926-AAD7-44D8-BBD7-CCE9431645EC}">
              <a14:shadowObscured xmlns:a14="http://schemas.microsoft.com/office/drawing/2010/main"/>
            </a:ext>
          </a:extLst>
        </p:spPr>
      </p:pic>
      <p:sp>
        <p:nvSpPr>
          <p:cNvPr id="16" name="TextBox 15">
            <a:extLst>
              <a:ext uri="{FF2B5EF4-FFF2-40B4-BE49-F238E27FC236}">
                <a16:creationId xmlns:a16="http://schemas.microsoft.com/office/drawing/2014/main" id="{080D05E6-91C8-C29C-A4F7-D8C81C0BAB0D}"/>
              </a:ext>
            </a:extLst>
          </p:cNvPr>
          <p:cNvSpPr txBox="1"/>
          <p:nvPr/>
        </p:nvSpPr>
        <p:spPr>
          <a:xfrm>
            <a:off x="7605252" y="3711045"/>
            <a:ext cx="3092245" cy="378565"/>
          </a:xfrm>
          <a:prstGeom prst="rect">
            <a:avLst/>
          </a:prstGeom>
          <a:noFill/>
        </p:spPr>
        <p:txBody>
          <a:bodyPr wrap="square">
            <a:spAutoFit/>
          </a:bodyPr>
          <a:lstStyle/>
          <a:p>
            <a:pPr algn="just">
              <a:lnSpc>
                <a:spcPct val="107000"/>
              </a:lnSpc>
              <a:spcAft>
                <a:spcPts val="800"/>
              </a:spcAft>
              <a:buNone/>
            </a:pPr>
            <a:r>
              <a:rPr lang="en-IN" u="sng" kern="0" dirty="0">
                <a:latin typeface="Franklin Gothic Medium" panose="020B0603020102020204" pitchFamily="34" charset="0"/>
                <a:ea typeface="Times New Roman" panose="02020603050405020304" pitchFamily="18" charset="0"/>
                <a:cs typeface="Times New Roman" panose="02020603050405020304" pitchFamily="18" charset="0"/>
              </a:rPr>
              <a:t>f. </a:t>
            </a:r>
            <a:r>
              <a:rPr lang="en-IN" sz="1800" u="sng" kern="0" dirty="0">
                <a:effectLst/>
                <a:latin typeface="Franklin Gothic Medium" panose="020B0603020102020204" pitchFamily="34" charset="0"/>
                <a:ea typeface="Times New Roman" panose="02020603050405020304" pitchFamily="18" charset="0"/>
                <a:cs typeface="Times New Roman" panose="02020603050405020304" pitchFamily="18" charset="0"/>
              </a:rPr>
              <a:t>Total Client Type Analysis</a:t>
            </a:r>
            <a:endParaRPr lang="en-IN" sz="1600" kern="100" dirty="0">
              <a:effectLst/>
              <a:latin typeface="Franklin Gothic Medium" panose="020B0603020102020204" pitchFamily="34" charset="0"/>
              <a:ea typeface="Aptos" panose="020B0004020202020204" pitchFamily="34" charset="0"/>
              <a:cs typeface="Times New Roman" panose="02020603050405020304" pitchFamily="18" charset="0"/>
            </a:endParaRPr>
          </a:p>
        </p:txBody>
      </p:sp>
      <p:pic>
        <p:nvPicPr>
          <p:cNvPr id="17" name="Picture 16">
            <a:extLst>
              <a:ext uri="{FF2B5EF4-FFF2-40B4-BE49-F238E27FC236}">
                <a16:creationId xmlns:a16="http://schemas.microsoft.com/office/drawing/2014/main" id="{99B6BAE7-ED8A-5FA5-F1D4-9D6D975E71E2}"/>
              </a:ext>
            </a:extLst>
          </p:cNvPr>
          <p:cNvPicPr>
            <a:picLocks noChangeAspect="1"/>
          </p:cNvPicPr>
          <p:nvPr/>
        </p:nvPicPr>
        <p:blipFill rotWithShape="1">
          <a:blip r:embed="rId6">
            <a:extLst>
              <a:ext uri="{28A0092B-C50C-407E-A947-70E740481C1C}">
                <a14:useLocalDpi xmlns:a14="http://schemas.microsoft.com/office/drawing/2010/main" val="0"/>
              </a:ext>
            </a:extLst>
          </a:blip>
          <a:srcRect t="40221" r="61046" b="17773"/>
          <a:stretch>
            <a:fillRect/>
          </a:stretch>
        </p:blipFill>
        <p:spPr bwMode="auto">
          <a:xfrm>
            <a:off x="7940798" y="4089610"/>
            <a:ext cx="2658110" cy="1121487"/>
          </a:xfrm>
          <a:prstGeom prst="rect">
            <a:avLst/>
          </a:prstGeom>
          <a:ln>
            <a:noFill/>
          </a:ln>
          <a:extLst>
            <a:ext uri="{53640926-AAD7-44D8-BBD7-CCE9431645EC}">
              <a14:shadowObscured xmlns:a14="http://schemas.microsoft.com/office/drawing/2010/main"/>
            </a:ext>
          </a:extLst>
        </p:spPr>
      </p:pic>
      <p:sp>
        <p:nvSpPr>
          <p:cNvPr id="19" name="TextBox 18">
            <a:extLst>
              <a:ext uri="{FF2B5EF4-FFF2-40B4-BE49-F238E27FC236}">
                <a16:creationId xmlns:a16="http://schemas.microsoft.com/office/drawing/2014/main" id="{AD0D4F7E-841E-B1B9-5F45-CF693F95FEB9}"/>
              </a:ext>
            </a:extLst>
          </p:cNvPr>
          <p:cNvSpPr txBox="1"/>
          <p:nvPr/>
        </p:nvSpPr>
        <p:spPr>
          <a:xfrm>
            <a:off x="3498501" y="4912967"/>
            <a:ext cx="3484491" cy="367729"/>
          </a:xfrm>
          <a:prstGeom prst="rect">
            <a:avLst/>
          </a:prstGeom>
          <a:noFill/>
        </p:spPr>
        <p:txBody>
          <a:bodyPr wrap="square">
            <a:spAutoFit/>
          </a:bodyPr>
          <a:lstStyle/>
          <a:p>
            <a:pPr marL="457200" algn="just">
              <a:lnSpc>
                <a:spcPct val="107000"/>
              </a:lnSpc>
              <a:spcAft>
                <a:spcPts val="800"/>
              </a:spcAft>
              <a:buNone/>
            </a:pPr>
            <a:r>
              <a:rPr lang="en-IN" dirty="0" err="1">
                <a:latin typeface="Franklin Gothic Medium" panose="020B0603020102020204" pitchFamily="34" charset="0"/>
              </a:rPr>
              <a:t>d</a:t>
            </a:r>
            <a:r>
              <a:rPr lang="en-IN" u="sng" dirty="0" err="1">
                <a:latin typeface="Franklin Gothic Medium" panose="020B0603020102020204" pitchFamily="34" charset="0"/>
              </a:rPr>
              <a:t>.Category</a:t>
            </a:r>
            <a:r>
              <a:rPr lang="en-IN" u="sng" dirty="0">
                <a:latin typeface="Franklin Gothic Medium" panose="020B0603020102020204" pitchFamily="34" charset="0"/>
              </a:rPr>
              <a:t>-wise properties</a:t>
            </a:r>
            <a:endParaRPr lang="en-IN" sz="1600" kern="100" dirty="0">
              <a:effectLst/>
              <a:latin typeface="Franklin Gothic Medium" panose="020B0603020102020204" pitchFamily="34" charset="0"/>
              <a:ea typeface="Aptos" panose="020B0004020202020204" pitchFamily="34" charset="0"/>
              <a:cs typeface="Times New Roman" panose="02020603050405020304" pitchFamily="18" charset="0"/>
            </a:endParaRPr>
          </a:p>
        </p:txBody>
      </p:sp>
      <p:pic>
        <p:nvPicPr>
          <p:cNvPr id="21" name="Picture 20">
            <a:extLst>
              <a:ext uri="{FF2B5EF4-FFF2-40B4-BE49-F238E27FC236}">
                <a16:creationId xmlns:a16="http://schemas.microsoft.com/office/drawing/2014/main" id="{65AF8A66-AFCD-0469-726B-FDE0995995C5}"/>
              </a:ext>
            </a:extLst>
          </p:cNvPr>
          <p:cNvPicPr>
            <a:picLocks noChangeAspect="1"/>
          </p:cNvPicPr>
          <p:nvPr/>
        </p:nvPicPr>
        <p:blipFill rotWithShape="1">
          <a:blip r:embed="rId7">
            <a:extLst>
              <a:ext uri="{28A0092B-C50C-407E-A947-70E740481C1C}">
                <a14:useLocalDpi xmlns:a14="http://schemas.microsoft.com/office/drawing/2010/main" val="0"/>
              </a:ext>
            </a:extLst>
          </a:blip>
          <a:srcRect l="-799" t="58028" r="56434" b="5385"/>
          <a:stretch>
            <a:fillRect/>
          </a:stretch>
        </p:blipFill>
        <p:spPr bwMode="auto">
          <a:xfrm>
            <a:off x="4205257" y="5323831"/>
            <a:ext cx="2542745" cy="9694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27580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A8474-0C57-5D11-AB1F-23FFA74A6A8D}"/>
              </a:ext>
            </a:extLst>
          </p:cNvPr>
          <p:cNvSpPr txBox="1"/>
          <p:nvPr/>
        </p:nvSpPr>
        <p:spPr>
          <a:xfrm>
            <a:off x="1356851" y="452284"/>
            <a:ext cx="8849032" cy="646331"/>
          </a:xfrm>
          <a:prstGeom prst="rect">
            <a:avLst/>
          </a:prstGeom>
          <a:noFill/>
        </p:spPr>
        <p:txBody>
          <a:bodyPr wrap="square" rtlCol="0">
            <a:spAutoFit/>
          </a:bodyPr>
          <a:lstStyle/>
          <a:p>
            <a:r>
              <a:rPr lang="en-US" sz="3600" dirty="0">
                <a:latin typeface="Bookman Old Style" panose="02050604050505020204" pitchFamily="18" charset="0"/>
              </a:rPr>
              <a:t>8.Dashboard Development</a:t>
            </a:r>
            <a:endParaRPr lang="en-IN" sz="3600" dirty="0">
              <a:latin typeface="Bookman Old Style" panose="02050604050505020204" pitchFamily="18" charset="0"/>
            </a:endParaRPr>
          </a:p>
        </p:txBody>
      </p:sp>
      <p:sp>
        <p:nvSpPr>
          <p:cNvPr id="3" name="TextBox 2">
            <a:extLst>
              <a:ext uri="{FF2B5EF4-FFF2-40B4-BE49-F238E27FC236}">
                <a16:creationId xmlns:a16="http://schemas.microsoft.com/office/drawing/2014/main" id="{6F6AD08D-26D3-29B5-E5D8-C533520EA864}"/>
              </a:ext>
            </a:extLst>
          </p:cNvPr>
          <p:cNvSpPr txBox="1"/>
          <p:nvPr/>
        </p:nvSpPr>
        <p:spPr>
          <a:xfrm>
            <a:off x="1927122" y="1248697"/>
            <a:ext cx="7344697" cy="646331"/>
          </a:xfrm>
          <a:prstGeom prst="rect">
            <a:avLst/>
          </a:prstGeom>
          <a:noFill/>
        </p:spPr>
        <p:txBody>
          <a:bodyPr wrap="square" rtlCol="0">
            <a:spAutoFit/>
          </a:bodyPr>
          <a:lstStyle/>
          <a:p>
            <a:r>
              <a:rPr lang="en-IN" b="1" dirty="0"/>
              <a:t>Module 1:  </a:t>
            </a:r>
            <a:r>
              <a:rPr lang="en-IN" b="1" u="sng" dirty="0"/>
              <a:t>Buyer Segmentation Overview</a:t>
            </a:r>
            <a:endParaRPr lang="en-IN" dirty="0"/>
          </a:p>
          <a:p>
            <a:endParaRPr lang="en-IN" dirty="0"/>
          </a:p>
        </p:txBody>
      </p:sp>
      <p:pic>
        <p:nvPicPr>
          <p:cNvPr id="4" name="Picture 3">
            <a:extLst>
              <a:ext uri="{FF2B5EF4-FFF2-40B4-BE49-F238E27FC236}">
                <a16:creationId xmlns:a16="http://schemas.microsoft.com/office/drawing/2014/main" id="{2F44EFE9-58A7-0AB8-3ADF-49B95FAC8B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0245" y="1757669"/>
            <a:ext cx="7531510" cy="4418274"/>
          </a:xfrm>
          <a:prstGeom prst="rect">
            <a:avLst/>
          </a:prstGeom>
        </p:spPr>
      </p:pic>
    </p:spTree>
    <p:extLst>
      <p:ext uri="{BB962C8B-B14F-4D97-AF65-F5344CB8AC3E}">
        <p14:creationId xmlns:p14="http://schemas.microsoft.com/office/powerpoint/2010/main" val="178261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1BE037-B6CD-CB53-ADEC-F2D2866799E7}"/>
              </a:ext>
            </a:extLst>
          </p:cNvPr>
          <p:cNvSpPr txBox="1"/>
          <p:nvPr/>
        </p:nvSpPr>
        <p:spPr>
          <a:xfrm>
            <a:off x="1366684" y="609599"/>
            <a:ext cx="7600335" cy="646331"/>
          </a:xfrm>
          <a:prstGeom prst="rect">
            <a:avLst/>
          </a:prstGeom>
          <a:noFill/>
        </p:spPr>
        <p:txBody>
          <a:bodyPr wrap="square" rtlCol="0">
            <a:spAutoFit/>
          </a:bodyPr>
          <a:lstStyle/>
          <a:p>
            <a:r>
              <a:rPr lang="en-IN" b="1" dirty="0"/>
              <a:t>Module 2:</a:t>
            </a:r>
            <a:r>
              <a:rPr lang="en-IN" b="1" u="sng" dirty="0"/>
              <a:t> Investor Behaviour Dashboard</a:t>
            </a:r>
            <a:endParaRPr lang="en-IN" dirty="0"/>
          </a:p>
          <a:p>
            <a:endParaRPr lang="en-IN" dirty="0"/>
          </a:p>
        </p:txBody>
      </p:sp>
      <p:pic>
        <p:nvPicPr>
          <p:cNvPr id="3" name="Picture 2">
            <a:extLst>
              <a:ext uri="{FF2B5EF4-FFF2-40B4-BE49-F238E27FC236}">
                <a16:creationId xmlns:a16="http://schemas.microsoft.com/office/drawing/2014/main" id="{A1FE7A32-333F-F78D-BD4C-8A48C978A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1587" y="1026886"/>
            <a:ext cx="8024789" cy="4842972"/>
          </a:xfrm>
          <a:prstGeom prst="rect">
            <a:avLst/>
          </a:prstGeom>
        </p:spPr>
      </p:pic>
    </p:spTree>
    <p:extLst>
      <p:ext uri="{BB962C8B-B14F-4D97-AF65-F5344CB8AC3E}">
        <p14:creationId xmlns:p14="http://schemas.microsoft.com/office/powerpoint/2010/main" val="2954721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CA8953-1A31-09F8-0F4D-FB68BBCAA084}"/>
              </a:ext>
            </a:extLst>
          </p:cNvPr>
          <p:cNvSpPr txBox="1"/>
          <p:nvPr/>
        </p:nvSpPr>
        <p:spPr>
          <a:xfrm>
            <a:off x="1307690" y="530942"/>
            <a:ext cx="7128387" cy="646331"/>
          </a:xfrm>
          <a:prstGeom prst="rect">
            <a:avLst/>
          </a:prstGeom>
          <a:noFill/>
        </p:spPr>
        <p:txBody>
          <a:bodyPr wrap="square" rtlCol="0">
            <a:spAutoFit/>
          </a:bodyPr>
          <a:lstStyle/>
          <a:p>
            <a:r>
              <a:rPr lang="en-IN" b="1" dirty="0"/>
              <a:t>Module 3:</a:t>
            </a:r>
            <a:r>
              <a:rPr lang="en-IN" b="1" u="sng" dirty="0"/>
              <a:t> Geographic Buyer Analysis</a:t>
            </a:r>
            <a:endParaRPr lang="en-IN" dirty="0"/>
          </a:p>
          <a:p>
            <a:endParaRPr lang="en-IN" dirty="0"/>
          </a:p>
        </p:txBody>
      </p:sp>
      <p:pic>
        <p:nvPicPr>
          <p:cNvPr id="3" name="Picture 2">
            <a:extLst>
              <a:ext uri="{FF2B5EF4-FFF2-40B4-BE49-F238E27FC236}">
                <a16:creationId xmlns:a16="http://schemas.microsoft.com/office/drawing/2014/main" id="{1EB3D6BE-B645-B0B0-7F9F-F29284D93B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5754" y="1012292"/>
            <a:ext cx="8311382" cy="4955889"/>
          </a:xfrm>
          <a:prstGeom prst="rect">
            <a:avLst/>
          </a:prstGeom>
        </p:spPr>
      </p:pic>
    </p:spTree>
    <p:extLst>
      <p:ext uri="{BB962C8B-B14F-4D97-AF65-F5344CB8AC3E}">
        <p14:creationId xmlns:p14="http://schemas.microsoft.com/office/powerpoint/2010/main" val="1703344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065570-1529-97CC-2785-ED953D37E1BE}"/>
              </a:ext>
            </a:extLst>
          </p:cNvPr>
          <p:cNvSpPr txBox="1"/>
          <p:nvPr/>
        </p:nvSpPr>
        <p:spPr>
          <a:xfrm>
            <a:off x="1415845" y="491612"/>
            <a:ext cx="7216878" cy="646331"/>
          </a:xfrm>
          <a:prstGeom prst="rect">
            <a:avLst/>
          </a:prstGeom>
          <a:noFill/>
        </p:spPr>
        <p:txBody>
          <a:bodyPr wrap="square" rtlCol="0">
            <a:spAutoFit/>
          </a:bodyPr>
          <a:lstStyle/>
          <a:p>
            <a:r>
              <a:rPr lang="en-IN" b="1" dirty="0"/>
              <a:t>Module 4: </a:t>
            </a:r>
            <a:r>
              <a:rPr lang="en-IN" b="1" u="sng" dirty="0"/>
              <a:t> Segment Insights Panel</a:t>
            </a:r>
            <a:endParaRPr lang="en-IN" dirty="0"/>
          </a:p>
          <a:p>
            <a:endParaRPr lang="en-IN" dirty="0"/>
          </a:p>
        </p:txBody>
      </p:sp>
      <p:pic>
        <p:nvPicPr>
          <p:cNvPr id="3" name="Picture 2">
            <a:extLst>
              <a:ext uri="{FF2B5EF4-FFF2-40B4-BE49-F238E27FC236}">
                <a16:creationId xmlns:a16="http://schemas.microsoft.com/office/drawing/2014/main" id="{551B5C93-A454-A3D6-750C-C4BA0FDC3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5110" y="1004120"/>
            <a:ext cx="8144898" cy="4875569"/>
          </a:xfrm>
          <a:prstGeom prst="rect">
            <a:avLst/>
          </a:prstGeom>
        </p:spPr>
      </p:pic>
    </p:spTree>
    <p:extLst>
      <p:ext uri="{BB962C8B-B14F-4D97-AF65-F5344CB8AC3E}">
        <p14:creationId xmlns:p14="http://schemas.microsoft.com/office/powerpoint/2010/main" val="2463680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D8E85-4F22-3656-C495-5F8C767BA3C2}"/>
              </a:ext>
            </a:extLst>
          </p:cNvPr>
          <p:cNvSpPr>
            <a:spLocks noGrp="1"/>
          </p:cNvSpPr>
          <p:nvPr>
            <p:ph type="title"/>
          </p:nvPr>
        </p:nvSpPr>
        <p:spPr>
          <a:xfrm>
            <a:off x="1066800" y="835741"/>
            <a:ext cx="10058400" cy="891786"/>
          </a:xfrm>
        </p:spPr>
        <p:txBody>
          <a:bodyPr/>
          <a:lstStyle/>
          <a:p>
            <a:r>
              <a:rPr lang="en-US" dirty="0"/>
              <a:t>9.Key Findings</a:t>
            </a:r>
            <a:endParaRPr lang="en-IN" dirty="0"/>
          </a:p>
        </p:txBody>
      </p:sp>
      <p:pic>
        <p:nvPicPr>
          <p:cNvPr id="9" name="Content Placeholder 8">
            <a:extLst>
              <a:ext uri="{FF2B5EF4-FFF2-40B4-BE49-F238E27FC236}">
                <a16:creationId xmlns:a16="http://schemas.microsoft.com/office/drawing/2014/main" id="{D91D8D12-1544-781E-553D-04709F0A938B}"/>
              </a:ext>
            </a:extLst>
          </p:cNvPr>
          <p:cNvPicPr>
            <a:picLocks noGrp="1" noChangeAspect="1"/>
          </p:cNvPicPr>
          <p:nvPr>
            <p:ph idx="1"/>
          </p:nvPr>
        </p:nvPicPr>
        <p:blipFill>
          <a:blip r:embed="rId2"/>
          <a:stretch>
            <a:fillRect/>
          </a:stretch>
        </p:blipFill>
        <p:spPr>
          <a:xfrm>
            <a:off x="1838632" y="2662922"/>
            <a:ext cx="2959244" cy="1532153"/>
          </a:xfrm>
          <a:prstGeom prst="rect">
            <a:avLst/>
          </a:prstGeom>
        </p:spPr>
      </p:pic>
      <p:pic>
        <p:nvPicPr>
          <p:cNvPr id="11" name="Picture 10">
            <a:extLst>
              <a:ext uri="{FF2B5EF4-FFF2-40B4-BE49-F238E27FC236}">
                <a16:creationId xmlns:a16="http://schemas.microsoft.com/office/drawing/2014/main" id="{BA1013A9-5EBC-1804-06B3-744629A97A61}"/>
              </a:ext>
            </a:extLst>
          </p:cNvPr>
          <p:cNvPicPr>
            <a:picLocks noChangeAspect="1"/>
          </p:cNvPicPr>
          <p:nvPr/>
        </p:nvPicPr>
        <p:blipFill>
          <a:blip r:embed="rId3"/>
          <a:stretch>
            <a:fillRect/>
          </a:stretch>
        </p:blipFill>
        <p:spPr>
          <a:xfrm>
            <a:off x="6096000" y="2645421"/>
            <a:ext cx="3254864" cy="1567157"/>
          </a:xfrm>
          <a:prstGeom prst="rect">
            <a:avLst/>
          </a:prstGeom>
        </p:spPr>
      </p:pic>
      <p:pic>
        <p:nvPicPr>
          <p:cNvPr id="13" name="Picture 12">
            <a:extLst>
              <a:ext uri="{FF2B5EF4-FFF2-40B4-BE49-F238E27FC236}">
                <a16:creationId xmlns:a16="http://schemas.microsoft.com/office/drawing/2014/main" id="{56B3E979-C31B-F0BA-DAA6-2D20E75727FA}"/>
              </a:ext>
            </a:extLst>
          </p:cNvPr>
          <p:cNvPicPr>
            <a:picLocks noChangeAspect="1"/>
          </p:cNvPicPr>
          <p:nvPr/>
        </p:nvPicPr>
        <p:blipFill>
          <a:blip r:embed="rId4"/>
          <a:stretch>
            <a:fillRect/>
          </a:stretch>
        </p:blipFill>
        <p:spPr>
          <a:xfrm>
            <a:off x="3019644" y="4589784"/>
            <a:ext cx="2534444" cy="1518803"/>
          </a:xfrm>
          <a:prstGeom prst="rect">
            <a:avLst/>
          </a:prstGeom>
        </p:spPr>
      </p:pic>
      <p:pic>
        <p:nvPicPr>
          <p:cNvPr id="15" name="Picture 14">
            <a:extLst>
              <a:ext uri="{FF2B5EF4-FFF2-40B4-BE49-F238E27FC236}">
                <a16:creationId xmlns:a16="http://schemas.microsoft.com/office/drawing/2014/main" id="{7BF90261-FBB1-66BC-3E41-072214D15596}"/>
              </a:ext>
            </a:extLst>
          </p:cNvPr>
          <p:cNvPicPr>
            <a:picLocks noChangeAspect="1"/>
          </p:cNvPicPr>
          <p:nvPr/>
        </p:nvPicPr>
        <p:blipFill>
          <a:blip r:embed="rId5"/>
          <a:stretch>
            <a:fillRect/>
          </a:stretch>
        </p:blipFill>
        <p:spPr>
          <a:xfrm>
            <a:off x="7905135" y="4550798"/>
            <a:ext cx="2801048" cy="1596776"/>
          </a:xfrm>
          <a:prstGeom prst="rect">
            <a:avLst/>
          </a:prstGeom>
        </p:spPr>
      </p:pic>
      <p:sp>
        <p:nvSpPr>
          <p:cNvPr id="16" name="TextBox 15">
            <a:extLst>
              <a:ext uri="{FF2B5EF4-FFF2-40B4-BE49-F238E27FC236}">
                <a16:creationId xmlns:a16="http://schemas.microsoft.com/office/drawing/2014/main" id="{6E99D39C-ECB2-3142-08E0-8B75C3426589}"/>
              </a:ext>
            </a:extLst>
          </p:cNvPr>
          <p:cNvSpPr txBox="1"/>
          <p:nvPr/>
        </p:nvSpPr>
        <p:spPr>
          <a:xfrm>
            <a:off x="1656737" y="1993058"/>
            <a:ext cx="5260258" cy="461665"/>
          </a:xfrm>
          <a:prstGeom prst="rect">
            <a:avLst/>
          </a:prstGeom>
          <a:noFill/>
        </p:spPr>
        <p:txBody>
          <a:bodyPr wrap="square" rtlCol="0">
            <a:spAutoFit/>
          </a:bodyPr>
          <a:lstStyle/>
          <a:p>
            <a:r>
              <a:rPr lang="en-US" sz="2400" b="1" dirty="0">
                <a:solidFill>
                  <a:schemeClr val="accent1">
                    <a:lumMod val="75000"/>
                  </a:schemeClr>
                </a:solidFill>
              </a:rPr>
              <a:t>(A) </a:t>
            </a:r>
            <a:r>
              <a:rPr lang="en-US" sz="2400" b="1" u="sng" dirty="0">
                <a:solidFill>
                  <a:schemeClr val="accent1">
                    <a:lumMod val="75000"/>
                  </a:schemeClr>
                </a:solidFill>
              </a:rPr>
              <a:t>Segments &amp; Satisfaction</a:t>
            </a:r>
            <a:endParaRPr lang="en-IN" sz="2400" b="1" u="sng" dirty="0">
              <a:solidFill>
                <a:schemeClr val="accent1">
                  <a:lumMod val="75000"/>
                </a:schemeClr>
              </a:solidFill>
            </a:endParaRPr>
          </a:p>
        </p:txBody>
      </p:sp>
    </p:spTree>
    <p:extLst>
      <p:ext uri="{BB962C8B-B14F-4D97-AF65-F5344CB8AC3E}">
        <p14:creationId xmlns:p14="http://schemas.microsoft.com/office/powerpoint/2010/main" val="682453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07B4C5-D283-B835-BF05-4AEA327DF8AA}"/>
              </a:ext>
            </a:extLst>
          </p:cNvPr>
          <p:cNvSpPr txBox="1"/>
          <p:nvPr/>
        </p:nvSpPr>
        <p:spPr>
          <a:xfrm>
            <a:off x="1052052" y="393290"/>
            <a:ext cx="8111613" cy="461665"/>
          </a:xfrm>
          <a:prstGeom prst="rect">
            <a:avLst/>
          </a:prstGeom>
          <a:noFill/>
        </p:spPr>
        <p:txBody>
          <a:bodyPr wrap="square" rtlCol="0">
            <a:spAutoFit/>
          </a:bodyPr>
          <a:lstStyle/>
          <a:p>
            <a:r>
              <a:rPr lang="en-US" sz="2400" b="1" dirty="0">
                <a:solidFill>
                  <a:schemeClr val="accent1">
                    <a:lumMod val="75000"/>
                  </a:schemeClr>
                </a:solidFill>
              </a:rPr>
              <a:t>(B) </a:t>
            </a:r>
            <a:r>
              <a:rPr lang="en-US" sz="2400" b="1" u="sng" dirty="0">
                <a:solidFill>
                  <a:schemeClr val="accent1">
                    <a:lumMod val="75000"/>
                  </a:schemeClr>
                </a:solidFill>
              </a:rPr>
              <a:t>Property and Geography</a:t>
            </a:r>
            <a:endParaRPr lang="en-IN" sz="2400" b="1" u="sng" dirty="0">
              <a:solidFill>
                <a:schemeClr val="accent1">
                  <a:lumMod val="75000"/>
                </a:schemeClr>
              </a:solidFill>
            </a:endParaRPr>
          </a:p>
        </p:txBody>
      </p:sp>
      <p:sp>
        <p:nvSpPr>
          <p:cNvPr id="4" name="TextBox 3">
            <a:extLst>
              <a:ext uri="{FF2B5EF4-FFF2-40B4-BE49-F238E27FC236}">
                <a16:creationId xmlns:a16="http://schemas.microsoft.com/office/drawing/2014/main" id="{FC8B0D2A-632E-746B-101A-29F120AC8B9F}"/>
              </a:ext>
            </a:extLst>
          </p:cNvPr>
          <p:cNvSpPr txBox="1"/>
          <p:nvPr/>
        </p:nvSpPr>
        <p:spPr>
          <a:xfrm>
            <a:off x="2271251" y="1292545"/>
            <a:ext cx="2192594" cy="364587"/>
          </a:xfrm>
          <a:prstGeom prst="rect">
            <a:avLst/>
          </a:prstGeom>
          <a:noFill/>
        </p:spPr>
        <p:txBody>
          <a:bodyPr wrap="square">
            <a:spAutoFit/>
          </a:bodyPr>
          <a:lstStyle/>
          <a:p>
            <a:pPr marL="0" indent="0" algn="l">
              <a:lnSpc>
                <a:spcPct val="104000"/>
              </a:lnSpc>
              <a:buNone/>
            </a:pPr>
            <a:r>
              <a:rPr lang="en-US" sz="1800" u="sng" dirty="0">
                <a:ln w="0"/>
                <a:solidFill>
                  <a:srgbClr val="7030A0"/>
                </a:solidFill>
                <a:effectLst>
                  <a:outerShdw blurRad="38100" dist="25400" dir="5400000" algn="ctr" rotWithShape="0">
                    <a:srgbClr val="6E747A">
                      <a:alpha val="43000"/>
                    </a:srgbClr>
                  </a:outerShdw>
                </a:effectLst>
                <a:latin typeface="Roboto Slab" pitchFamily="34" charset="0"/>
                <a:ea typeface="Roboto Slab" pitchFamily="34" charset="-122"/>
                <a:cs typeface="Roboto Slab" pitchFamily="34" charset="-120"/>
              </a:rPr>
              <a:t>Property Insights</a:t>
            </a:r>
            <a:r>
              <a:rPr lang="en-US" sz="1800" dirty="0">
                <a:solidFill>
                  <a:srgbClr val="7030A0"/>
                </a:solidFill>
                <a:latin typeface="Roboto Slab" pitchFamily="34" charset="0"/>
                <a:ea typeface="Roboto Slab" pitchFamily="34" charset="-122"/>
                <a:cs typeface="Roboto Slab" pitchFamily="34" charset="-120"/>
              </a:rPr>
              <a:t>:</a:t>
            </a:r>
            <a:endParaRPr lang="en-US" sz="1800" dirty="0">
              <a:solidFill>
                <a:srgbClr val="7030A0"/>
              </a:solidFill>
            </a:endParaRPr>
          </a:p>
        </p:txBody>
      </p:sp>
      <p:sp>
        <p:nvSpPr>
          <p:cNvPr id="6" name="TextBox 5">
            <a:extLst>
              <a:ext uri="{FF2B5EF4-FFF2-40B4-BE49-F238E27FC236}">
                <a16:creationId xmlns:a16="http://schemas.microsoft.com/office/drawing/2014/main" id="{50A831D8-C2F4-A573-C6EF-3B4C5A6F0BDF}"/>
              </a:ext>
            </a:extLst>
          </p:cNvPr>
          <p:cNvSpPr txBox="1"/>
          <p:nvPr/>
        </p:nvSpPr>
        <p:spPr>
          <a:xfrm>
            <a:off x="1317522" y="1657133"/>
            <a:ext cx="4778478" cy="3004092"/>
          </a:xfrm>
          <a:prstGeom prst="rect">
            <a:avLst/>
          </a:prstGeom>
          <a:noFill/>
        </p:spPr>
        <p:txBody>
          <a:bodyPr wrap="square">
            <a:spAutoFit/>
          </a:bodyPr>
          <a:lstStyle/>
          <a:p>
            <a:pPr marL="342900" indent="-342900">
              <a:lnSpc>
                <a:spcPct val="133000"/>
              </a:lnSpc>
              <a:buSzPct val="100000"/>
              <a:buChar char="•"/>
            </a:pPr>
            <a:r>
              <a:rPr lang="en-US" sz="1800" dirty="0">
                <a:solidFill>
                  <a:srgbClr val="15213F"/>
                </a:solidFill>
                <a:latin typeface="Bookman Old Style" panose="02050604050505020204" pitchFamily="18" charset="0"/>
                <a:ea typeface="Roboto" pitchFamily="34" charset="-122"/>
                <a:cs typeface="Roboto" pitchFamily="34" charset="-120"/>
              </a:rPr>
              <a:t>Apartments most preferred property type</a:t>
            </a:r>
            <a:endParaRPr lang="en-US" sz="1800" dirty="0">
              <a:latin typeface="Bookman Old Style" panose="02050604050505020204" pitchFamily="18" charset="0"/>
            </a:endParaRPr>
          </a:p>
          <a:p>
            <a:pPr marL="342900" indent="-342900">
              <a:lnSpc>
                <a:spcPct val="133000"/>
              </a:lnSpc>
              <a:buSzPct val="100000"/>
              <a:buChar char="•"/>
            </a:pPr>
            <a:r>
              <a:rPr lang="en-US" sz="1800" dirty="0">
                <a:solidFill>
                  <a:srgbClr val="15213F"/>
                </a:solidFill>
                <a:latin typeface="Bookman Old Style" panose="02050604050505020204" pitchFamily="18" charset="0"/>
                <a:ea typeface="Roboto" pitchFamily="34" charset="-122"/>
                <a:cs typeface="Roboto" pitchFamily="34" charset="-120"/>
              </a:rPr>
              <a:t>Individual buyers dominate over corporate</a:t>
            </a:r>
            <a:endParaRPr lang="en-US" sz="1800" dirty="0">
              <a:latin typeface="Bookman Old Style" panose="02050604050505020204" pitchFamily="18" charset="0"/>
            </a:endParaRPr>
          </a:p>
          <a:p>
            <a:pPr marL="342900" indent="-342900">
              <a:lnSpc>
                <a:spcPct val="133000"/>
              </a:lnSpc>
              <a:buSzPct val="100000"/>
              <a:buChar char="•"/>
            </a:pPr>
            <a:r>
              <a:rPr lang="en-US" sz="1800" dirty="0">
                <a:solidFill>
                  <a:srgbClr val="15213F"/>
                </a:solidFill>
                <a:latin typeface="Bookman Old Style" panose="02050604050505020204" pitchFamily="18" charset="0"/>
                <a:ea typeface="Roboto" pitchFamily="34" charset="-122"/>
                <a:cs typeface="Roboto" pitchFamily="34" charset="-120"/>
              </a:rPr>
              <a:t>Investment purchases concentrated among Global &amp; Luxury Investors</a:t>
            </a:r>
            <a:endParaRPr lang="en-US" sz="1800" dirty="0">
              <a:latin typeface="Bookman Old Style" panose="02050604050505020204" pitchFamily="18" charset="0"/>
            </a:endParaRPr>
          </a:p>
          <a:p>
            <a:pPr marL="342900" indent="-342900">
              <a:lnSpc>
                <a:spcPct val="133000"/>
              </a:lnSpc>
              <a:buSzPct val="100000"/>
              <a:buChar char="•"/>
            </a:pPr>
            <a:r>
              <a:rPr lang="en-US" sz="1800" dirty="0">
                <a:solidFill>
                  <a:srgbClr val="15213F"/>
                </a:solidFill>
                <a:latin typeface="Bookman Old Style" panose="02050604050505020204" pitchFamily="18" charset="0"/>
                <a:ea typeface="Roboto" pitchFamily="34" charset="-122"/>
                <a:cs typeface="Roboto" pitchFamily="34" charset="-120"/>
              </a:rPr>
              <a:t>Global Investors hold the largest number of properties</a:t>
            </a:r>
            <a:endParaRPr lang="en-US" sz="1800" dirty="0">
              <a:latin typeface="Bookman Old Style" panose="02050604050505020204" pitchFamily="18" charset="0"/>
            </a:endParaRPr>
          </a:p>
        </p:txBody>
      </p:sp>
      <p:sp>
        <p:nvSpPr>
          <p:cNvPr id="8" name="TextBox 7">
            <a:extLst>
              <a:ext uri="{FF2B5EF4-FFF2-40B4-BE49-F238E27FC236}">
                <a16:creationId xmlns:a16="http://schemas.microsoft.com/office/drawing/2014/main" id="{7C463BD6-F2D7-D686-F725-DA9A7E3AFAD2}"/>
              </a:ext>
            </a:extLst>
          </p:cNvPr>
          <p:cNvSpPr txBox="1"/>
          <p:nvPr/>
        </p:nvSpPr>
        <p:spPr>
          <a:xfrm>
            <a:off x="7128386" y="1292545"/>
            <a:ext cx="2467897" cy="364587"/>
          </a:xfrm>
          <a:prstGeom prst="rect">
            <a:avLst/>
          </a:prstGeom>
          <a:noFill/>
        </p:spPr>
        <p:txBody>
          <a:bodyPr wrap="square">
            <a:spAutoFit/>
          </a:bodyPr>
          <a:lstStyle/>
          <a:p>
            <a:pPr marL="0" indent="0" algn="l">
              <a:lnSpc>
                <a:spcPct val="104000"/>
              </a:lnSpc>
              <a:buNone/>
            </a:pPr>
            <a:r>
              <a:rPr lang="en-US" sz="1800" u="sng" dirty="0">
                <a:ln w="0"/>
                <a:solidFill>
                  <a:srgbClr val="7030A0"/>
                </a:solidFill>
                <a:effectLst>
                  <a:outerShdw blurRad="38100" dist="25400" dir="5400000" algn="ctr" rotWithShape="0">
                    <a:srgbClr val="6E747A">
                      <a:alpha val="43000"/>
                    </a:srgbClr>
                  </a:outerShdw>
                </a:effectLst>
                <a:latin typeface="Roboto Slab" pitchFamily="34" charset="0"/>
                <a:ea typeface="Roboto Slab" pitchFamily="34" charset="-122"/>
                <a:cs typeface="Roboto Slab" pitchFamily="34" charset="-120"/>
              </a:rPr>
              <a:t>Geographic Insights:</a:t>
            </a:r>
            <a:endParaRPr lang="en-US" sz="1800" u="sng" dirty="0">
              <a:ln w="0"/>
              <a:solidFill>
                <a:srgbClr val="7030A0"/>
              </a:solidFill>
              <a:effectLst>
                <a:outerShdw blurRad="38100" dist="25400" dir="5400000" algn="ctr" rotWithShape="0">
                  <a:srgbClr val="6E747A">
                    <a:alpha val="43000"/>
                  </a:srgbClr>
                </a:outerShdw>
              </a:effectLst>
            </a:endParaRPr>
          </a:p>
        </p:txBody>
      </p:sp>
      <p:sp>
        <p:nvSpPr>
          <p:cNvPr id="10" name="TextBox 9">
            <a:extLst>
              <a:ext uri="{FF2B5EF4-FFF2-40B4-BE49-F238E27FC236}">
                <a16:creationId xmlns:a16="http://schemas.microsoft.com/office/drawing/2014/main" id="{E5DADC3C-E2F5-EDB1-DB2B-0F220DBE5455}"/>
              </a:ext>
            </a:extLst>
          </p:cNvPr>
          <p:cNvSpPr txBox="1"/>
          <p:nvPr/>
        </p:nvSpPr>
        <p:spPr>
          <a:xfrm>
            <a:off x="6538452" y="1898196"/>
            <a:ext cx="5063612" cy="1530804"/>
          </a:xfrm>
          <a:prstGeom prst="rect">
            <a:avLst/>
          </a:prstGeom>
          <a:noFill/>
        </p:spPr>
        <p:txBody>
          <a:bodyPr wrap="square">
            <a:spAutoFit/>
          </a:bodyPr>
          <a:lstStyle/>
          <a:p>
            <a:pPr marL="342900" indent="-342900" algn="l">
              <a:lnSpc>
                <a:spcPct val="133000"/>
              </a:lnSpc>
              <a:buSzPct val="100000"/>
              <a:buChar char="•"/>
            </a:pPr>
            <a:r>
              <a:rPr lang="en-US" sz="1800" b="1" dirty="0">
                <a:latin typeface="+mj-lt"/>
                <a:ea typeface="Roboto" pitchFamily="34" charset="-122"/>
                <a:cs typeface="Roboto" pitchFamily="34" charset="-120"/>
              </a:rPr>
              <a:t>California</a:t>
            </a:r>
            <a:r>
              <a:rPr lang="en-US" sz="1800" dirty="0">
                <a:latin typeface="+mj-lt"/>
                <a:ea typeface="Roboto" pitchFamily="34" charset="-122"/>
                <a:cs typeface="Roboto" pitchFamily="34" charset="-120"/>
              </a:rPr>
              <a:t> — highest buyer &amp; listing concentration</a:t>
            </a:r>
            <a:endParaRPr lang="en-US" sz="1800" dirty="0">
              <a:latin typeface="+mj-lt"/>
            </a:endParaRPr>
          </a:p>
          <a:p>
            <a:pPr marL="342900" indent="-342900" algn="l">
              <a:lnSpc>
                <a:spcPct val="133000"/>
              </a:lnSpc>
              <a:buSzPct val="100000"/>
              <a:buChar char="•"/>
            </a:pPr>
            <a:r>
              <a:rPr lang="en-US" sz="1800" b="1" dirty="0">
                <a:latin typeface="+mj-lt"/>
                <a:ea typeface="Roboto" pitchFamily="34" charset="-122"/>
                <a:cs typeface="Roboto" pitchFamily="34" charset="-120"/>
              </a:rPr>
              <a:t>USA</a:t>
            </a:r>
            <a:r>
              <a:rPr lang="en-US" sz="1800" dirty="0">
                <a:latin typeface="+mj-lt"/>
                <a:ea typeface="Roboto" pitchFamily="34" charset="-122"/>
                <a:cs typeface="Roboto" pitchFamily="34" charset="-120"/>
              </a:rPr>
              <a:t> — highest total property sales value</a:t>
            </a:r>
            <a:endParaRPr lang="en-US" sz="1800" dirty="0">
              <a:latin typeface="+mj-lt"/>
            </a:endParaRPr>
          </a:p>
        </p:txBody>
      </p:sp>
    </p:spTree>
    <p:extLst>
      <p:ext uri="{BB962C8B-B14F-4D97-AF65-F5344CB8AC3E}">
        <p14:creationId xmlns:p14="http://schemas.microsoft.com/office/powerpoint/2010/main" val="74819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220C7-B192-A674-C247-BFEE89256B07}"/>
              </a:ext>
            </a:extLst>
          </p:cNvPr>
          <p:cNvSpPr>
            <a:spLocks noGrp="1"/>
          </p:cNvSpPr>
          <p:nvPr>
            <p:ph type="title"/>
          </p:nvPr>
        </p:nvSpPr>
        <p:spPr/>
        <p:txBody>
          <a:bodyPr/>
          <a:lstStyle/>
          <a:p>
            <a:r>
              <a:rPr lang="en-US" dirty="0"/>
              <a:t>10. Recommendations</a:t>
            </a:r>
            <a:endParaRPr lang="en-IN" dirty="0"/>
          </a:p>
        </p:txBody>
      </p:sp>
      <p:pic>
        <p:nvPicPr>
          <p:cNvPr id="5" name="Content Placeholder 4">
            <a:extLst>
              <a:ext uri="{FF2B5EF4-FFF2-40B4-BE49-F238E27FC236}">
                <a16:creationId xmlns:a16="http://schemas.microsoft.com/office/drawing/2014/main" id="{CE3C4B74-5110-A455-21C9-26830D376309}"/>
              </a:ext>
            </a:extLst>
          </p:cNvPr>
          <p:cNvPicPr>
            <a:picLocks noGrp="1" noChangeAspect="1"/>
          </p:cNvPicPr>
          <p:nvPr>
            <p:ph idx="1"/>
          </p:nvPr>
        </p:nvPicPr>
        <p:blipFill>
          <a:blip r:embed="rId2"/>
          <a:stretch>
            <a:fillRect/>
          </a:stretch>
        </p:blipFill>
        <p:spPr>
          <a:xfrm>
            <a:off x="705232" y="2222811"/>
            <a:ext cx="3320448" cy="1676634"/>
          </a:xfrm>
          <a:prstGeom prst="rect">
            <a:avLst/>
          </a:prstGeom>
        </p:spPr>
      </p:pic>
      <p:pic>
        <p:nvPicPr>
          <p:cNvPr id="7" name="Picture 6">
            <a:extLst>
              <a:ext uri="{FF2B5EF4-FFF2-40B4-BE49-F238E27FC236}">
                <a16:creationId xmlns:a16="http://schemas.microsoft.com/office/drawing/2014/main" id="{BC0BD383-E627-9DAD-B38A-18C86A15DD36}"/>
              </a:ext>
            </a:extLst>
          </p:cNvPr>
          <p:cNvPicPr>
            <a:picLocks noChangeAspect="1"/>
          </p:cNvPicPr>
          <p:nvPr/>
        </p:nvPicPr>
        <p:blipFill>
          <a:blip r:embed="rId3"/>
          <a:stretch>
            <a:fillRect/>
          </a:stretch>
        </p:blipFill>
        <p:spPr>
          <a:xfrm>
            <a:off x="4319233" y="2222811"/>
            <a:ext cx="3416811" cy="1676634"/>
          </a:xfrm>
          <a:prstGeom prst="rect">
            <a:avLst/>
          </a:prstGeom>
        </p:spPr>
      </p:pic>
      <p:pic>
        <p:nvPicPr>
          <p:cNvPr id="9" name="Picture 8">
            <a:extLst>
              <a:ext uri="{FF2B5EF4-FFF2-40B4-BE49-F238E27FC236}">
                <a16:creationId xmlns:a16="http://schemas.microsoft.com/office/drawing/2014/main" id="{1C625A53-D602-9C1E-45BD-4D8860203241}"/>
              </a:ext>
            </a:extLst>
          </p:cNvPr>
          <p:cNvPicPr>
            <a:picLocks noChangeAspect="1"/>
          </p:cNvPicPr>
          <p:nvPr/>
        </p:nvPicPr>
        <p:blipFill>
          <a:blip r:embed="rId4"/>
          <a:stretch>
            <a:fillRect/>
          </a:stretch>
        </p:blipFill>
        <p:spPr>
          <a:xfrm>
            <a:off x="8029597" y="2222810"/>
            <a:ext cx="3126083" cy="1676633"/>
          </a:xfrm>
          <a:prstGeom prst="rect">
            <a:avLst/>
          </a:prstGeom>
        </p:spPr>
      </p:pic>
      <p:pic>
        <p:nvPicPr>
          <p:cNvPr id="11" name="Picture 10">
            <a:extLst>
              <a:ext uri="{FF2B5EF4-FFF2-40B4-BE49-F238E27FC236}">
                <a16:creationId xmlns:a16="http://schemas.microsoft.com/office/drawing/2014/main" id="{C149D226-B572-C139-53CA-A4DAFED437E6}"/>
              </a:ext>
            </a:extLst>
          </p:cNvPr>
          <p:cNvPicPr>
            <a:picLocks noChangeAspect="1"/>
          </p:cNvPicPr>
          <p:nvPr/>
        </p:nvPicPr>
        <p:blipFill>
          <a:blip r:embed="rId5"/>
          <a:stretch>
            <a:fillRect/>
          </a:stretch>
        </p:blipFill>
        <p:spPr>
          <a:xfrm>
            <a:off x="1726815" y="4384896"/>
            <a:ext cx="4058216" cy="1676634"/>
          </a:xfrm>
          <a:prstGeom prst="rect">
            <a:avLst/>
          </a:prstGeom>
        </p:spPr>
      </p:pic>
      <p:pic>
        <p:nvPicPr>
          <p:cNvPr id="13" name="Picture 12">
            <a:extLst>
              <a:ext uri="{FF2B5EF4-FFF2-40B4-BE49-F238E27FC236}">
                <a16:creationId xmlns:a16="http://schemas.microsoft.com/office/drawing/2014/main" id="{67CDFE6F-8525-7140-49F0-8303AD27010C}"/>
              </a:ext>
            </a:extLst>
          </p:cNvPr>
          <p:cNvPicPr>
            <a:picLocks noChangeAspect="1"/>
          </p:cNvPicPr>
          <p:nvPr/>
        </p:nvPicPr>
        <p:blipFill>
          <a:blip r:embed="rId6"/>
          <a:stretch>
            <a:fillRect/>
          </a:stretch>
        </p:blipFill>
        <p:spPr>
          <a:xfrm>
            <a:off x="6433110" y="4337264"/>
            <a:ext cx="4067743" cy="1724266"/>
          </a:xfrm>
          <a:prstGeom prst="rect">
            <a:avLst/>
          </a:prstGeom>
        </p:spPr>
      </p:pic>
    </p:spTree>
    <p:extLst>
      <p:ext uri="{BB962C8B-B14F-4D97-AF65-F5344CB8AC3E}">
        <p14:creationId xmlns:p14="http://schemas.microsoft.com/office/powerpoint/2010/main" val="2735359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19E9-CE1C-5D03-E372-4528B88B51E9}"/>
              </a:ext>
            </a:extLst>
          </p:cNvPr>
          <p:cNvSpPr>
            <a:spLocks noGrp="1"/>
          </p:cNvSpPr>
          <p:nvPr>
            <p:ph type="title"/>
          </p:nvPr>
        </p:nvSpPr>
        <p:spPr/>
        <p:txBody>
          <a:bodyPr/>
          <a:lstStyle/>
          <a:p>
            <a:r>
              <a:rPr lang="en-US" dirty="0"/>
              <a:t>11.Conclusions</a:t>
            </a:r>
            <a:endParaRPr lang="en-IN" dirty="0"/>
          </a:p>
        </p:txBody>
      </p:sp>
      <p:sp>
        <p:nvSpPr>
          <p:cNvPr id="3" name="Content Placeholder 2">
            <a:extLst>
              <a:ext uri="{FF2B5EF4-FFF2-40B4-BE49-F238E27FC236}">
                <a16:creationId xmlns:a16="http://schemas.microsoft.com/office/drawing/2014/main" id="{4A2B183F-79BD-DDA1-6B8B-010A66933B52}"/>
              </a:ext>
            </a:extLst>
          </p:cNvPr>
          <p:cNvSpPr>
            <a:spLocks noGrp="1"/>
          </p:cNvSpPr>
          <p:nvPr>
            <p:ph idx="1"/>
          </p:nvPr>
        </p:nvSpPr>
        <p:spPr/>
        <p:txBody>
          <a:bodyPr/>
          <a:lstStyle/>
          <a:p>
            <a:pPr algn="just"/>
            <a:r>
              <a:rPr lang="en-IN" dirty="0"/>
              <a:t>Buyer segmentation techniques were used to classify customers into Global Investors, Luxury Investors, Corporate Buyers, and First-Time Buyers. Interactive dashboards were developed to analyse buyer demographics, investment behaviour, geographic trends, and segment-level insights.</a:t>
            </a:r>
          </a:p>
          <a:p>
            <a:pPr algn="just"/>
            <a:r>
              <a:rPr lang="en-IN" dirty="0"/>
              <a:t>The analysis revealed that Global Investors form the largest buyer group, apartments are the most preferred property type, and California is the leading region in terms of buyer activity. The dashboards provide actionable insights that can help real estate organizations improve customer targeting, optimize investment strategies, and support data-driven decision-making</a:t>
            </a:r>
            <a:r>
              <a:rPr lang="en-IN" u="sng" dirty="0"/>
              <a:t>.</a:t>
            </a:r>
            <a:endParaRPr lang="en-IN" dirty="0"/>
          </a:p>
          <a:p>
            <a:endParaRPr lang="en-IN" dirty="0"/>
          </a:p>
        </p:txBody>
      </p:sp>
    </p:spTree>
    <p:extLst>
      <p:ext uri="{BB962C8B-B14F-4D97-AF65-F5344CB8AC3E}">
        <p14:creationId xmlns:p14="http://schemas.microsoft.com/office/powerpoint/2010/main" val="922845704"/>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ppt/theme/themeOverride2.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3.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{0711B11D-ECA5-4571-8D46-05487DAD8DB6}TF427093bb-7ddc-497b-80f4-fe945bcee621ff7241c0_win32-add2936a5c77</Template>
  <TotalTime>121</TotalTime>
  <Words>467</Words>
  <Application>Microsoft Office PowerPoint</Application>
  <PresentationFormat>Widescreen</PresentationFormat>
  <Paragraphs>72</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Aptos</vt:lpstr>
      <vt:lpstr>Bookman Old Style</vt:lpstr>
      <vt:lpstr>Calibri</vt:lpstr>
      <vt:lpstr>Franklin Gothic Book</vt:lpstr>
      <vt:lpstr>Franklin Gothic Medium</vt:lpstr>
      <vt:lpstr>Roboto</vt:lpstr>
      <vt:lpstr>Roboto Slab</vt:lpstr>
      <vt:lpstr>Times New Roman</vt:lpstr>
      <vt:lpstr>Wingdings</vt:lpstr>
      <vt:lpstr>1_RetrospectVTI</vt:lpstr>
      <vt:lpstr>  Machine learning based Buyer Segmentation and Investment Profiling for Real Estate Market Intelligence  </vt:lpstr>
      <vt:lpstr> 1.Introduction</vt:lpstr>
      <vt:lpstr>2.Problem</vt:lpstr>
      <vt:lpstr>2. Project Objectives</vt:lpstr>
      <vt:lpstr>3.Dataset overview</vt:lpstr>
      <vt:lpstr>4.Data Cleaning</vt:lpstr>
      <vt:lpstr>5.Featuring Engineering</vt:lpstr>
      <vt:lpstr>7.SQL Analysis</vt:lpstr>
      <vt:lpstr>PowerPoint Presentation</vt:lpstr>
      <vt:lpstr>PowerPoint Presentation</vt:lpstr>
      <vt:lpstr>PowerPoint Presentation</vt:lpstr>
      <vt:lpstr>PowerPoint Presentation</vt:lpstr>
      <vt:lpstr>9.Key Findings</vt:lpstr>
      <vt:lpstr>PowerPoint Presentation</vt:lpstr>
      <vt:lpstr>10. Recommendations</vt:lpstr>
      <vt:lpstr>11.Conclusions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PRASHANSHA KUMARI</dc:creator>
  <cp:lastModifiedBy>PRASHANSHA KUMARI</cp:lastModifiedBy>
  <cp:revision>1</cp:revision>
  <dcterms:created xsi:type="dcterms:W3CDTF">2026-06-04T15:24:18Z</dcterms:created>
  <dcterms:modified xsi:type="dcterms:W3CDTF">2026-06-08T07:46:55Z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